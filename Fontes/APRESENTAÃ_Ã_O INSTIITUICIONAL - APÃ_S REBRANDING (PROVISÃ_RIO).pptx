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9" r:id="rId4"/>
  </p:sldMasterIdLst>
  <p:notesMasterIdLst>
    <p:notesMasterId r:id="rId10"/>
  </p:notesMasterIdLst>
  <p:sldIdLst>
    <p:sldId id="256" r:id="rId5"/>
    <p:sldId id="2259" r:id="rId6"/>
    <p:sldId id="2267" r:id="rId7"/>
    <p:sldId id="2268" r:id="rId8"/>
    <p:sldId id="2218" r:id="rId9"/>
  </p:sldIdLst>
  <p:sldSz cx="24382413" cy="13716000"/>
  <p:notesSz cx="6858000" cy="9144000"/>
  <p:defaultTextStyle>
    <a:defPPr>
      <a:defRPr lang="pt-BR"/>
    </a:defPPr>
    <a:lvl1pPr marL="0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354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709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063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417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771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126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480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4834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EB6"/>
    <a:srgbClr val="006EB7"/>
    <a:srgbClr val="00326F"/>
    <a:srgbClr val="006BAF"/>
    <a:srgbClr val="939196"/>
    <a:srgbClr val="F5AC04"/>
    <a:srgbClr val="473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8CD0F8-E173-4F11-B63D-7E8F48D03ADC}" v="136" dt="2025-05-19T12:09:21.7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713" autoAdjust="0"/>
    <p:restoredTop sz="93162" autoAdjust="0"/>
  </p:normalViewPr>
  <p:slideViewPr>
    <p:cSldViewPr snapToGrid="0" snapToObjects="1">
      <p:cViewPr varScale="1">
        <p:scale>
          <a:sx n="35" d="100"/>
          <a:sy n="35" d="100"/>
        </p:scale>
        <p:origin x="77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uardo Camargos - TECWISE" userId="d5ced992-2fb9-4403-9d01-8a01d5ee8efc" providerId="ADAL" clId="{C08CD0F8-E173-4F11-B63D-7E8F48D03ADC}"/>
    <pc:docChg chg="undo custSel modSld">
      <pc:chgData name="Eduardo Camargos - TECWISE" userId="d5ced992-2fb9-4403-9d01-8a01d5ee8efc" providerId="ADAL" clId="{C08CD0F8-E173-4F11-B63D-7E8F48D03ADC}" dt="2025-05-19T12:13:36.299" v="309" actId="6549"/>
      <pc:docMkLst>
        <pc:docMk/>
      </pc:docMkLst>
      <pc:sldChg chg="addSp delSp modSp mod">
        <pc:chgData name="Eduardo Camargos - TECWISE" userId="d5ced992-2fb9-4403-9d01-8a01d5ee8efc" providerId="ADAL" clId="{C08CD0F8-E173-4F11-B63D-7E8F48D03ADC}" dt="2025-05-19T12:10:07.441" v="154" actId="403"/>
        <pc:sldMkLst>
          <pc:docMk/>
          <pc:sldMk cId="1705399451" sldId="2259"/>
        </pc:sldMkLst>
        <pc:spChg chg="mod">
          <ac:chgData name="Eduardo Camargos - TECWISE" userId="d5ced992-2fb9-4403-9d01-8a01d5ee8efc" providerId="ADAL" clId="{C08CD0F8-E173-4F11-B63D-7E8F48D03ADC}" dt="2025-05-19T12:09:31.759" v="147" actId="123"/>
          <ac:spMkLst>
            <pc:docMk/>
            <pc:sldMk cId="1705399451" sldId="2259"/>
            <ac:spMk id="12" creationId="{22B74054-B005-5CFB-FCAF-8995464B9A71}"/>
          </ac:spMkLst>
        </pc:spChg>
        <pc:spChg chg="mod">
          <ac:chgData name="Eduardo Camargos - TECWISE" userId="d5ced992-2fb9-4403-9d01-8a01d5ee8efc" providerId="ADAL" clId="{C08CD0F8-E173-4F11-B63D-7E8F48D03ADC}" dt="2025-05-19T12:09:51.618" v="150" actId="404"/>
          <ac:spMkLst>
            <pc:docMk/>
            <pc:sldMk cId="1705399451" sldId="2259"/>
            <ac:spMk id="13" creationId="{A68EA0AA-45EF-B668-841D-B011352E5853}"/>
          </ac:spMkLst>
        </pc:spChg>
        <pc:spChg chg="mod">
          <ac:chgData name="Eduardo Camargos - TECWISE" userId="d5ced992-2fb9-4403-9d01-8a01d5ee8efc" providerId="ADAL" clId="{C08CD0F8-E173-4F11-B63D-7E8F48D03ADC}" dt="2025-05-19T12:10:07.441" v="154" actId="403"/>
          <ac:spMkLst>
            <pc:docMk/>
            <pc:sldMk cId="1705399451" sldId="2259"/>
            <ac:spMk id="15" creationId="{AA8B5392-2DCF-D372-22F2-4A7EC5577339}"/>
          </ac:spMkLst>
        </pc:spChg>
        <pc:spChg chg="mod">
          <ac:chgData name="Eduardo Camargos - TECWISE" userId="d5ced992-2fb9-4403-9d01-8a01d5ee8efc" providerId="ADAL" clId="{C08CD0F8-E173-4F11-B63D-7E8F48D03ADC}" dt="2025-05-19T12:10:07.441" v="154" actId="403"/>
          <ac:spMkLst>
            <pc:docMk/>
            <pc:sldMk cId="1705399451" sldId="2259"/>
            <ac:spMk id="16" creationId="{D8A731DD-9FCF-855F-84E1-81A7C47AE47B}"/>
          </ac:spMkLst>
        </pc:spChg>
        <pc:spChg chg="mod">
          <ac:chgData name="Eduardo Camargos - TECWISE" userId="d5ced992-2fb9-4403-9d01-8a01d5ee8efc" providerId="ADAL" clId="{C08CD0F8-E173-4F11-B63D-7E8F48D03ADC}" dt="2025-05-19T12:10:07.441" v="154" actId="403"/>
          <ac:spMkLst>
            <pc:docMk/>
            <pc:sldMk cId="1705399451" sldId="2259"/>
            <ac:spMk id="18" creationId="{C8BC41DE-FA89-499F-04F8-695FEA51258E}"/>
          </ac:spMkLst>
        </pc:spChg>
        <pc:spChg chg="mod">
          <ac:chgData name="Eduardo Camargos - TECWISE" userId="d5ced992-2fb9-4403-9d01-8a01d5ee8efc" providerId="ADAL" clId="{C08CD0F8-E173-4F11-B63D-7E8F48D03ADC}" dt="2025-05-19T12:10:07.441" v="154" actId="403"/>
          <ac:spMkLst>
            <pc:docMk/>
            <pc:sldMk cId="1705399451" sldId="2259"/>
            <ac:spMk id="19" creationId="{B14433D8-92A5-DEC4-F920-0450474F9983}"/>
          </ac:spMkLst>
        </pc:spChg>
        <pc:spChg chg="mod">
          <ac:chgData name="Eduardo Camargos - TECWISE" userId="d5ced992-2fb9-4403-9d01-8a01d5ee8efc" providerId="ADAL" clId="{C08CD0F8-E173-4F11-B63D-7E8F48D03ADC}" dt="2025-05-19T12:10:07.441" v="154" actId="403"/>
          <ac:spMkLst>
            <pc:docMk/>
            <pc:sldMk cId="1705399451" sldId="2259"/>
            <ac:spMk id="21" creationId="{EDF1F87A-391F-2EC2-F422-950DDB6059CA}"/>
          </ac:spMkLst>
        </pc:spChg>
        <pc:spChg chg="mod">
          <ac:chgData name="Eduardo Camargos - TECWISE" userId="d5ced992-2fb9-4403-9d01-8a01d5ee8efc" providerId="ADAL" clId="{C08CD0F8-E173-4F11-B63D-7E8F48D03ADC}" dt="2025-05-19T12:10:07.441" v="154" actId="403"/>
          <ac:spMkLst>
            <pc:docMk/>
            <pc:sldMk cId="1705399451" sldId="2259"/>
            <ac:spMk id="22" creationId="{77A36052-D5E0-527D-7D67-D2FBA2AB7D37}"/>
          </ac:spMkLst>
        </pc:spChg>
        <pc:grpChg chg="mod">
          <ac:chgData name="Eduardo Camargos - TECWISE" userId="d5ced992-2fb9-4403-9d01-8a01d5ee8efc" providerId="ADAL" clId="{C08CD0F8-E173-4F11-B63D-7E8F48D03ADC}" dt="2025-05-19T12:09:21.702" v="145" actId="16481"/>
          <ac:grpSpMkLst>
            <pc:docMk/>
            <pc:sldMk cId="1705399451" sldId="2259"/>
            <ac:grpSpMk id="3" creationId="{FC062000-7253-3C1F-F876-0AAAB9AD394F}"/>
          </ac:grpSpMkLst>
        </pc:grpChg>
        <pc:grpChg chg="mod">
          <ac:chgData name="Eduardo Camargos - TECWISE" userId="d5ced992-2fb9-4403-9d01-8a01d5ee8efc" providerId="ADAL" clId="{C08CD0F8-E173-4F11-B63D-7E8F48D03ADC}" dt="2025-05-19T12:07:50.644" v="5" actId="207"/>
          <ac:grpSpMkLst>
            <pc:docMk/>
            <pc:sldMk cId="1705399451" sldId="2259"/>
            <ac:grpSpMk id="14" creationId="{38B984BA-0C7B-C31A-5E52-CA2D14B01609}"/>
          </ac:grpSpMkLst>
        </pc:grpChg>
        <pc:grpChg chg="mod">
          <ac:chgData name="Eduardo Camargos - TECWISE" userId="d5ced992-2fb9-4403-9d01-8a01d5ee8efc" providerId="ADAL" clId="{C08CD0F8-E173-4F11-B63D-7E8F48D03ADC}" dt="2025-05-19T12:07:43.692" v="4" actId="207"/>
          <ac:grpSpMkLst>
            <pc:docMk/>
            <pc:sldMk cId="1705399451" sldId="2259"/>
            <ac:grpSpMk id="17" creationId="{AD05F686-8228-2D10-E5EA-2BAE9449958B}"/>
          </ac:grpSpMkLst>
        </pc:grpChg>
        <pc:grpChg chg="mod">
          <ac:chgData name="Eduardo Camargos - TECWISE" userId="d5ced992-2fb9-4403-9d01-8a01d5ee8efc" providerId="ADAL" clId="{C08CD0F8-E173-4F11-B63D-7E8F48D03ADC}" dt="2025-05-19T12:07:50.644" v="5" actId="207"/>
          <ac:grpSpMkLst>
            <pc:docMk/>
            <pc:sldMk cId="1705399451" sldId="2259"/>
            <ac:grpSpMk id="20" creationId="{6CB57018-7583-A21B-A9F5-4272B7DB4F9B}"/>
          </ac:grpSpMkLst>
        </pc:grpChg>
        <pc:picChg chg="add del mod">
          <ac:chgData name="Eduardo Camargos - TECWISE" userId="d5ced992-2fb9-4403-9d01-8a01d5ee8efc" providerId="ADAL" clId="{C08CD0F8-E173-4F11-B63D-7E8F48D03ADC}" dt="2025-05-19T12:09:23.993" v="146" actId="478"/>
          <ac:picMkLst>
            <pc:docMk/>
            <pc:sldMk cId="1705399451" sldId="2259"/>
            <ac:picMk id="23" creationId="{6566F039-2CD7-BB08-A494-22F07F2EAF2B}"/>
          </ac:picMkLst>
        </pc:picChg>
      </pc:sldChg>
      <pc:sldChg chg="modSp mod">
        <pc:chgData name="Eduardo Camargos - TECWISE" userId="d5ced992-2fb9-4403-9d01-8a01d5ee8efc" providerId="ADAL" clId="{C08CD0F8-E173-4F11-B63D-7E8F48D03ADC}" dt="2025-05-19T12:12:02.864" v="190" actId="20577"/>
        <pc:sldMkLst>
          <pc:docMk/>
          <pc:sldMk cId="3004903757" sldId="2267"/>
        </pc:sldMkLst>
        <pc:spChg chg="mod">
          <ac:chgData name="Eduardo Camargos - TECWISE" userId="d5ced992-2fb9-4403-9d01-8a01d5ee8efc" providerId="ADAL" clId="{C08CD0F8-E173-4F11-B63D-7E8F48D03ADC}" dt="2025-05-19T12:10:50.645" v="165" actId="14100"/>
          <ac:spMkLst>
            <pc:docMk/>
            <pc:sldMk cId="3004903757" sldId="2267"/>
            <ac:spMk id="18" creationId="{25B8F603-1B1C-F9FA-93B4-AC2609A058F5}"/>
          </ac:spMkLst>
        </pc:spChg>
        <pc:spChg chg="mod">
          <ac:chgData name="Eduardo Camargos - TECWISE" userId="d5ced992-2fb9-4403-9d01-8a01d5ee8efc" providerId="ADAL" clId="{C08CD0F8-E173-4F11-B63D-7E8F48D03ADC}" dt="2025-05-19T12:11:32.673" v="175" actId="207"/>
          <ac:spMkLst>
            <pc:docMk/>
            <pc:sldMk cId="3004903757" sldId="2267"/>
            <ac:spMk id="21" creationId="{8E0997E4-99D5-05CB-5F60-02CA9ACBA6DE}"/>
          </ac:spMkLst>
        </pc:spChg>
        <pc:spChg chg="mod">
          <ac:chgData name="Eduardo Camargos - TECWISE" userId="d5ced992-2fb9-4403-9d01-8a01d5ee8efc" providerId="ADAL" clId="{C08CD0F8-E173-4F11-B63D-7E8F48D03ADC}" dt="2025-05-19T12:11:46.831" v="186" actId="20577"/>
          <ac:spMkLst>
            <pc:docMk/>
            <pc:sldMk cId="3004903757" sldId="2267"/>
            <ac:spMk id="22" creationId="{C7FC3171-C535-CD16-DB47-5C57FE6CED95}"/>
          </ac:spMkLst>
        </pc:spChg>
        <pc:spChg chg="mod">
          <ac:chgData name="Eduardo Camargos - TECWISE" userId="d5ced992-2fb9-4403-9d01-8a01d5ee8efc" providerId="ADAL" clId="{C08CD0F8-E173-4F11-B63D-7E8F48D03ADC}" dt="2025-05-19T12:11:28.562" v="174" actId="207"/>
          <ac:spMkLst>
            <pc:docMk/>
            <pc:sldMk cId="3004903757" sldId="2267"/>
            <ac:spMk id="29" creationId="{CCAF20E3-DC87-EA80-5D22-2DFBC2817445}"/>
          </ac:spMkLst>
        </pc:spChg>
        <pc:spChg chg="mod">
          <ac:chgData name="Eduardo Camargos - TECWISE" userId="d5ced992-2fb9-4403-9d01-8a01d5ee8efc" providerId="ADAL" clId="{C08CD0F8-E173-4F11-B63D-7E8F48D03ADC}" dt="2025-05-19T12:12:02.864" v="190" actId="20577"/>
          <ac:spMkLst>
            <pc:docMk/>
            <pc:sldMk cId="3004903757" sldId="2267"/>
            <ac:spMk id="30" creationId="{1021A720-ADA8-AE32-418C-BDB406F394C7}"/>
          </ac:spMkLst>
        </pc:spChg>
        <pc:picChg chg="mod">
          <ac:chgData name="Eduardo Camargos - TECWISE" userId="d5ced992-2fb9-4403-9d01-8a01d5ee8efc" providerId="ADAL" clId="{C08CD0F8-E173-4F11-B63D-7E8F48D03ADC}" dt="2025-05-19T12:11:08.673" v="168" actId="1036"/>
          <ac:picMkLst>
            <pc:docMk/>
            <pc:sldMk cId="3004903757" sldId="2267"/>
            <ac:picMk id="23" creationId="{31BB038C-5018-17B5-D6D3-76F0C0BC60FF}"/>
          </ac:picMkLst>
        </pc:picChg>
        <pc:picChg chg="mod">
          <ac:chgData name="Eduardo Camargos - TECWISE" userId="d5ced992-2fb9-4403-9d01-8a01d5ee8efc" providerId="ADAL" clId="{C08CD0F8-E173-4F11-B63D-7E8F48D03ADC}" dt="2025-05-19T12:11:08.673" v="168" actId="1036"/>
          <ac:picMkLst>
            <pc:docMk/>
            <pc:sldMk cId="3004903757" sldId="2267"/>
            <ac:picMk id="24" creationId="{B3825A93-6D40-6106-9377-BE447357ED8D}"/>
          </ac:picMkLst>
        </pc:picChg>
        <pc:picChg chg="mod">
          <ac:chgData name="Eduardo Camargos - TECWISE" userId="d5ced992-2fb9-4403-9d01-8a01d5ee8efc" providerId="ADAL" clId="{C08CD0F8-E173-4F11-B63D-7E8F48D03ADC}" dt="2025-05-19T12:11:08.673" v="168" actId="1036"/>
          <ac:picMkLst>
            <pc:docMk/>
            <pc:sldMk cId="3004903757" sldId="2267"/>
            <ac:picMk id="25" creationId="{2390EE8C-F4FE-2ED2-6216-769FA7A82522}"/>
          </ac:picMkLst>
        </pc:picChg>
        <pc:picChg chg="mod">
          <ac:chgData name="Eduardo Camargos - TECWISE" userId="d5ced992-2fb9-4403-9d01-8a01d5ee8efc" providerId="ADAL" clId="{C08CD0F8-E173-4F11-B63D-7E8F48D03ADC}" dt="2025-05-19T12:11:17.163" v="172" actId="1035"/>
          <ac:picMkLst>
            <pc:docMk/>
            <pc:sldMk cId="3004903757" sldId="2267"/>
            <ac:picMk id="26" creationId="{035235A3-DA82-A51A-40DE-9A2F23DE12C0}"/>
          </ac:picMkLst>
        </pc:picChg>
        <pc:picChg chg="mod">
          <ac:chgData name="Eduardo Camargos - TECWISE" userId="d5ced992-2fb9-4403-9d01-8a01d5ee8efc" providerId="ADAL" clId="{C08CD0F8-E173-4F11-B63D-7E8F48D03ADC}" dt="2025-05-19T12:11:17.163" v="172" actId="1035"/>
          <ac:picMkLst>
            <pc:docMk/>
            <pc:sldMk cId="3004903757" sldId="2267"/>
            <ac:picMk id="27" creationId="{FC7B3FD3-1524-A087-6653-F908BADF1958}"/>
          </ac:picMkLst>
        </pc:picChg>
        <pc:picChg chg="mod">
          <ac:chgData name="Eduardo Camargos - TECWISE" userId="d5ced992-2fb9-4403-9d01-8a01d5ee8efc" providerId="ADAL" clId="{C08CD0F8-E173-4F11-B63D-7E8F48D03ADC}" dt="2025-05-19T12:11:17.163" v="172" actId="1035"/>
          <ac:picMkLst>
            <pc:docMk/>
            <pc:sldMk cId="3004903757" sldId="2267"/>
            <ac:picMk id="28" creationId="{00C40D50-C19F-B3D8-FA61-90D283878ACB}"/>
          </ac:picMkLst>
        </pc:picChg>
      </pc:sldChg>
      <pc:sldChg chg="modSp mod">
        <pc:chgData name="Eduardo Camargos - TECWISE" userId="d5ced992-2fb9-4403-9d01-8a01d5ee8efc" providerId="ADAL" clId="{C08CD0F8-E173-4F11-B63D-7E8F48D03ADC}" dt="2025-05-19T12:13:36.299" v="309" actId="6549"/>
        <pc:sldMkLst>
          <pc:docMk/>
          <pc:sldMk cId="2318960982" sldId="2268"/>
        </pc:sldMkLst>
        <pc:spChg chg="mod">
          <ac:chgData name="Eduardo Camargos - TECWISE" userId="d5ced992-2fb9-4403-9d01-8a01d5ee8efc" providerId="ADAL" clId="{C08CD0F8-E173-4F11-B63D-7E8F48D03ADC}" dt="2025-05-19T12:13:36.299" v="309" actId="6549"/>
          <ac:spMkLst>
            <pc:docMk/>
            <pc:sldMk cId="2318960982" sldId="2268"/>
            <ac:spMk id="27" creationId="{1AC84DC8-CB24-A5BC-A290-6B3873AABC96}"/>
          </ac:spMkLst>
        </pc:spChg>
      </pc:sldChg>
    </pc:docChg>
  </pc:docChgLst>
  <pc:docChgLst>
    <pc:chgData name="Livian Matias - TECWISE" userId="fd50b48e-d674-4bdf-bcd6-2bf35cac6058" providerId="ADAL" clId="{E3903C5B-D1BC-4047-9729-95F5A9951CA2}"/>
    <pc:docChg chg="undo custSel addSld delSld modSld addMainMaster delMainMaster">
      <pc:chgData name="Livian Matias - TECWISE" userId="fd50b48e-d674-4bdf-bcd6-2bf35cac6058" providerId="ADAL" clId="{E3903C5B-D1BC-4047-9729-95F5A9951CA2}" dt="2025-05-13T17:52:12.259" v="166" actId="14100"/>
      <pc:docMkLst>
        <pc:docMk/>
      </pc:docMkLst>
      <pc:sldChg chg="modSp mod setBg">
        <pc:chgData name="Livian Matias - TECWISE" userId="fd50b48e-d674-4bdf-bcd6-2bf35cac6058" providerId="ADAL" clId="{E3903C5B-D1BC-4047-9729-95F5A9951CA2}" dt="2025-05-13T17:49:32.777" v="149"/>
        <pc:sldMkLst>
          <pc:docMk/>
          <pc:sldMk cId="3640709495" sldId="256"/>
        </pc:sldMkLst>
        <pc:spChg chg="mod">
          <ac:chgData name="Livian Matias - TECWISE" userId="fd50b48e-d674-4bdf-bcd6-2bf35cac6058" providerId="ADAL" clId="{E3903C5B-D1BC-4047-9729-95F5A9951CA2}" dt="2025-05-13T17:39:24.614" v="54" actId="20577"/>
          <ac:spMkLst>
            <pc:docMk/>
            <pc:sldMk cId="3640709495" sldId="256"/>
            <ac:spMk id="2" creationId="{E2C4CC9D-42B9-919C-32BE-7D824F0AF41B}"/>
          </ac:spMkLst>
        </pc:spChg>
      </pc:sldChg>
      <pc:sldChg chg="setBg">
        <pc:chgData name="Livian Matias - TECWISE" userId="fd50b48e-d674-4bdf-bcd6-2bf35cac6058" providerId="ADAL" clId="{E3903C5B-D1BC-4047-9729-95F5A9951CA2}" dt="2025-05-13T17:49:32.777" v="149"/>
        <pc:sldMkLst>
          <pc:docMk/>
          <pc:sldMk cId="4046459247" sldId="2218"/>
        </pc:sldMkLst>
      </pc:sldChg>
      <pc:sldChg chg="del">
        <pc:chgData name="Livian Matias - TECWISE" userId="fd50b48e-d674-4bdf-bcd6-2bf35cac6058" providerId="ADAL" clId="{E3903C5B-D1BC-4047-9729-95F5A9951CA2}" dt="2025-05-13T17:44:32.178" v="102" actId="2696"/>
        <pc:sldMkLst>
          <pc:docMk/>
          <pc:sldMk cId="724598478" sldId="2253"/>
        </pc:sldMkLst>
      </pc:sldChg>
      <pc:sldChg chg="addSp delSp modSp mod modAnim">
        <pc:chgData name="Livian Matias - TECWISE" userId="fd50b48e-d674-4bdf-bcd6-2bf35cac6058" providerId="ADAL" clId="{E3903C5B-D1BC-4047-9729-95F5A9951CA2}" dt="2025-05-13T17:41:24.518" v="65"/>
        <pc:sldMkLst>
          <pc:docMk/>
          <pc:sldMk cId="1705399451" sldId="2259"/>
        </pc:sldMkLst>
        <pc:spChg chg="mod">
          <ac:chgData name="Livian Matias - TECWISE" userId="fd50b48e-d674-4bdf-bcd6-2bf35cac6058" providerId="ADAL" clId="{E3903C5B-D1BC-4047-9729-95F5A9951CA2}" dt="2025-05-13T17:40:37.424" v="64"/>
          <ac:spMkLst>
            <pc:docMk/>
            <pc:sldMk cId="1705399451" sldId="2259"/>
            <ac:spMk id="2" creationId="{E85B9F69-4F5E-9E57-7DC9-0F26E5E6BD70}"/>
          </ac:spMkLst>
        </pc:spChg>
        <pc:spChg chg="mod">
          <ac:chgData name="Livian Matias - TECWISE" userId="fd50b48e-d674-4bdf-bcd6-2bf35cac6058" providerId="ADAL" clId="{E3903C5B-D1BC-4047-9729-95F5A9951CA2}" dt="2025-05-13T17:41:24.518" v="65"/>
          <ac:spMkLst>
            <pc:docMk/>
            <pc:sldMk cId="1705399451" sldId="2259"/>
            <ac:spMk id="6" creationId="{8AC92777-DC41-61CB-9839-88C3D263A4ED}"/>
          </ac:spMkLst>
        </pc:spChg>
        <pc:spChg chg="mod">
          <ac:chgData name="Livian Matias - TECWISE" userId="fd50b48e-d674-4bdf-bcd6-2bf35cac6058" providerId="ADAL" clId="{E3903C5B-D1BC-4047-9729-95F5A9951CA2}" dt="2025-05-13T17:41:24.518" v="65"/>
          <ac:spMkLst>
            <pc:docMk/>
            <pc:sldMk cId="1705399451" sldId="2259"/>
            <ac:spMk id="7" creationId="{82B26017-2D42-5272-8458-3503838CCE4D}"/>
          </ac:spMkLst>
        </pc:spChg>
        <pc:spChg chg="mod">
          <ac:chgData name="Livian Matias - TECWISE" userId="fd50b48e-d674-4bdf-bcd6-2bf35cac6058" providerId="ADAL" clId="{E3903C5B-D1BC-4047-9729-95F5A9951CA2}" dt="2025-05-13T17:41:24.518" v="65"/>
          <ac:spMkLst>
            <pc:docMk/>
            <pc:sldMk cId="1705399451" sldId="2259"/>
            <ac:spMk id="10" creationId="{468BC71E-5E36-7030-8BF5-2B7E02CF729E}"/>
          </ac:spMkLst>
        </pc:spChg>
        <pc:spChg chg="mod">
          <ac:chgData name="Livian Matias - TECWISE" userId="fd50b48e-d674-4bdf-bcd6-2bf35cac6058" providerId="ADAL" clId="{E3903C5B-D1BC-4047-9729-95F5A9951CA2}" dt="2025-05-13T17:41:24.518" v="65"/>
          <ac:spMkLst>
            <pc:docMk/>
            <pc:sldMk cId="1705399451" sldId="2259"/>
            <ac:spMk id="11" creationId="{347DA6BC-4E43-A814-0600-555CF2FFE239}"/>
          </ac:spMkLst>
        </pc:spChg>
        <pc:spChg chg="add mod">
          <ac:chgData name="Livian Matias - TECWISE" userId="fd50b48e-d674-4bdf-bcd6-2bf35cac6058" providerId="ADAL" clId="{E3903C5B-D1BC-4047-9729-95F5A9951CA2}" dt="2025-05-13T17:41:24.518" v="65"/>
          <ac:spMkLst>
            <pc:docMk/>
            <pc:sldMk cId="1705399451" sldId="2259"/>
            <ac:spMk id="12" creationId="{22B74054-B005-5CFB-FCAF-8995464B9A71}"/>
          </ac:spMkLst>
        </pc:spChg>
        <pc:spChg chg="add mod">
          <ac:chgData name="Livian Matias - TECWISE" userId="fd50b48e-d674-4bdf-bcd6-2bf35cac6058" providerId="ADAL" clId="{E3903C5B-D1BC-4047-9729-95F5A9951CA2}" dt="2025-05-13T17:41:24.518" v="65"/>
          <ac:spMkLst>
            <pc:docMk/>
            <pc:sldMk cId="1705399451" sldId="2259"/>
            <ac:spMk id="13" creationId="{A68EA0AA-45EF-B668-841D-B011352E5853}"/>
          </ac:spMkLst>
        </pc:spChg>
        <pc:spChg chg="mod">
          <ac:chgData name="Livian Matias - TECWISE" userId="fd50b48e-d674-4bdf-bcd6-2bf35cac6058" providerId="ADAL" clId="{E3903C5B-D1BC-4047-9729-95F5A9951CA2}" dt="2025-05-13T17:41:24.518" v="65"/>
          <ac:spMkLst>
            <pc:docMk/>
            <pc:sldMk cId="1705399451" sldId="2259"/>
            <ac:spMk id="16" creationId="{D8A731DD-9FCF-855F-84E1-81A7C47AE47B}"/>
          </ac:spMkLst>
        </pc:spChg>
        <pc:spChg chg="mod">
          <ac:chgData name="Livian Matias - TECWISE" userId="fd50b48e-d674-4bdf-bcd6-2bf35cac6058" providerId="ADAL" clId="{E3903C5B-D1BC-4047-9729-95F5A9951CA2}" dt="2025-05-13T17:41:24.518" v="65"/>
          <ac:spMkLst>
            <pc:docMk/>
            <pc:sldMk cId="1705399451" sldId="2259"/>
            <ac:spMk id="18" creationId="{C8BC41DE-FA89-499F-04F8-695FEA51258E}"/>
          </ac:spMkLst>
        </pc:spChg>
        <pc:spChg chg="mod">
          <ac:chgData name="Livian Matias - TECWISE" userId="fd50b48e-d674-4bdf-bcd6-2bf35cac6058" providerId="ADAL" clId="{E3903C5B-D1BC-4047-9729-95F5A9951CA2}" dt="2025-05-13T17:41:24.518" v="65"/>
          <ac:spMkLst>
            <pc:docMk/>
            <pc:sldMk cId="1705399451" sldId="2259"/>
            <ac:spMk id="19" creationId="{B14433D8-92A5-DEC4-F920-0450474F9983}"/>
          </ac:spMkLst>
        </pc:spChg>
        <pc:spChg chg="mod">
          <ac:chgData name="Livian Matias - TECWISE" userId="fd50b48e-d674-4bdf-bcd6-2bf35cac6058" providerId="ADAL" clId="{E3903C5B-D1BC-4047-9729-95F5A9951CA2}" dt="2025-05-13T17:41:24.518" v="65"/>
          <ac:spMkLst>
            <pc:docMk/>
            <pc:sldMk cId="1705399451" sldId="2259"/>
            <ac:spMk id="22" creationId="{77A36052-D5E0-527D-7D67-D2FBA2AB7D37}"/>
          </ac:spMkLst>
        </pc:spChg>
        <pc:picChg chg="del">
          <ac:chgData name="Livian Matias - TECWISE" userId="fd50b48e-d674-4bdf-bcd6-2bf35cac6058" providerId="ADAL" clId="{E3903C5B-D1BC-4047-9729-95F5A9951CA2}" dt="2025-05-13T17:39:44.562" v="55" actId="478"/>
          <ac:picMkLst>
            <pc:docMk/>
            <pc:sldMk cId="1705399451" sldId="2259"/>
            <ac:picMk id="5" creationId="{1F147897-1D5C-6E59-4320-8F0376245E0B}"/>
          </ac:picMkLst>
        </pc:picChg>
      </pc:sldChg>
      <pc:sldChg chg="del">
        <pc:chgData name="Livian Matias - TECWISE" userId="fd50b48e-d674-4bdf-bcd6-2bf35cac6058" providerId="ADAL" clId="{E3903C5B-D1BC-4047-9729-95F5A9951CA2}" dt="2025-05-13T17:44:32.178" v="102" actId="2696"/>
        <pc:sldMkLst>
          <pc:docMk/>
          <pc:sldMk cId="2073420638" sldId="2261"/>
        </pc:sldMkLst>
      </pc:sldChg>
      <pc:sldChg chg="del">
        <pc:chgData name="Livian Matias - TECWISE" userId="fd50b48e-d674-4bdf-bcd6-2bf35cac6058" providerId="ADAL" clId="{E3903C5B-D1BC-4047-9729-95F5A9951CA2}" dt="2025-05-13T17:44:32.178" v="102" actId="2696"/>
        <pc:sldMkLst>
          <pc:docMk/>
          <pc:sldMk cId="964410296" sldId="2262"/>
        </pc:sldMkLst>
      </pc:sldChg>
      <pc:sldChg chg="del">
        <pc:chgData name="Livian Matias - TECWISE" userId="fd50b48e-d674-4bdf-bcd6-2bf35cac6058" providerId="ADAL" clId="{E3903C5B-D1BC-4047-9729-95F5A9951CA2}" dt="2025-05-13T17:44:32.178" v="102" actId="2696"/>
        <pc:sldMkLst>
          <pc:docMk/>
          <pc:sldMk cId="684028897" sldId="2263"/>
        </pc:sldMkLst>
      </pc:sldChg>
      <pc:sldChg chg="del">
        <pc:chgData name="Livian Matias - TECWISE" userId="fd50b48e-d674-4bdf-bcd6-2bf35cac6058" providerId="ADAL" clId="{E3903C5B-D1BC-4047-9729-95F5A9951CA2}" dt="2025-05-13T17:44:23.389" v="101" actId="2696"/>
        <pc:sldMkLst>
          <pc:docMk/>
          <pc:sldMk cId="110229155" sldId="2264"/>
        </pc:sldMkLst>
      </pc:sldChg>
      <pc:sldChg chg="addSp delSp modSp mod">
        <pc:chgData name="Livian Matias - TECWISE" userId="fd50b48e-d674-4bdf-bcd6-2bf35cac6058" providerId="ADAL" clId="{E3903C5B-D1BC-4047-9729-95F5A9951CA2}" dt="2025-05-13T17:42:56.400" v="86"/>
        <pc:sldMkLst>
          <pc:docMk/>
          <pc:sldMk cId="3004903757" sldId="2267"/>
        </pc:sldMkLst>
        <pc:spChg chg="mod">
          <ac:chgData name="Livian Matias - TECWISE" userId="fd50b48e-d674-4bdf-bcd6-2bf35cac6058" providerId="ADAL" clId="{E3903C5B-D1BC-4047-9729-95F5A9951CA2}" dt="2025-05-13T17:41:51.180" v="80" actId="20577"/>
          <ac:spMkLst>
            <pc:docMk/>
            <pc:sldMk cId="3004903757" sldId="2267"/>
            <ac:spMk id="2" creationId="{39C84ADC-48A8-C41C-3FC5-F32CE8AA20C3}"/>
          </ac:spMkLst>
        </pc:spChg>
        <pc:spChg chg="del">
          <ac:chgData name="Livian Matias - TECWISE" userId="fd50b48e-d674-4bdf-bcd6-2bf35cac6058" providerId="ADAL" clId="{E3903C5B-D1BC-4047-9729-95F5A9951CA2}" dt="2025-05-13T17:39:52.800" v="58" actId="478"/>
          <ac:spMkLst>
            <pc:docMk/>
            <pc:sldMk cId="3004903757" sldId="2267"/>
            <ac:spMk id="3" creationId="{FDA1CAB8-3137-05C7-C4A8-37326590F93A}"/>
          </ac:spMkLst>
        </pc:spChg>
        <pc:spChg chg="add del mod">
          <ac:chgData name="Livian Matias - TECWISE" userId="fd50b48e-d674-4bdf-bcd6-2bf35cac6058" providerId="ADAL" clId="{E3903C5B-D1BC-4047-9729-95F5A9951CA2}" dt="2025-05-13T17:42:39.070" v="82" actId="478"/>
          <ac:spMkLst>
            <pc:docMk/>
            <pc:sldMk cId="3004903757" sldId="2267"/>
            <ac:spMk id="4" creationId="{7DA32A30-559B-D3E1-39CA-B1E72475D3A0}"/>
          </ac:spMkLst>
        </pc:spChg>
        <pc:spChg chg="add del mod">
          <ac:chgData name="Livian Matias - TECWISE" userId="fd50b48e-d674-4bdf-bcd6-2bf35cac6058" providerId="ADAL" clId="{E3903C5B-D1BC-4047-9729-95F5A9951CA2}" dt="2025-05-13T17:42:39.070" v="82" actId="478"/>
          <ac:spMkLst>
            <pc:docMk/>
            <pc:sldMk cId="3004903757" sldId="2267"/>
            <ac:spMk id="5" creationId="{BCEC1D7B-5DEF-C29B-980A-35B0BC375D6B}"/>
          </ac:spMkLst>
        </pc:spChg>
        <pc:spChg chg="add del mod">
          <ac:chgData name="Livian Matias - TECWISE" userId="fd50b48e-d674-4bdf-bcd6-2bf35cac6058" providerId="ADAL" clId="{E3903C5B-D1BC-4047-9729-95F5A9951CA2}" dt="2025-05-13T17:42:39.070" v="82" actId="478"/>
          <ac:spMkLst>
            <pc:docMk/>
            <pc:sldMk cId="3004903757" sldId="2267"/>
            <ac:spMk id="6" creationId="{3B839E0E-1378-8C4D-7191-B39D96A6CB50}"/>
          </ac:spMkLst>
        </pc:spChg>
        <pc:spChg chg="add del mod">
          <ac:chgData name="Livian Matias - TECWISE" userId="fd50b48e-d674-4bdf-bcd6-2bf35cac6058" providerId="ADAL" clId="{E3903C5B-D1BC-4047-9729-95F5A9951CA2}" dt="2025-05-13T17:42:39.070" v="82" actId="478"/>
          <ac:spMkLst>
            <pc:docMk/>
            <pc:sldMk cId="3004903757" sldId="2267"/>
            <ac:spMk id="7" creationId="{0BA7E117-AEC9-0034-99D3-6ECFAC6B7EA2}"/>
          </ac:spMkLst>
        </pc:spChg>
        <pc:spChg chg="add del mod">
          <ac:chgData name="Livian Matias - TECWISE" userId="fd50b48e-d674-4bdf-bcd6-2bf35cac6058" providerId="ADAL" clId="{E3903C5B-D1BC-4047-9729-95F5A9951CA2}" dt="2025-05-13T17:42:39.070" v="82" actId="478"/>
          <ac:spMkLst>
            <pc:docMk/>
            <pc:sldMk cId="3004903757" sldId="2267"/>
            <ac:spMk id="8" creationId="{ADC4ABBF-9182-1969-0EE9-E88B448F6A92}"/>
          </ac:spMkLst>
        </pc:spChg>
        <pc:spChg chg="add del mod">
          <ac:chgData name="Livian Matias - TECWISE" userId="fd50b48e-d674-4bdf-bcd6-2bf35cac6058" providerId="ADAL" clId="{E3903C5B-D1BC-4047-9729-95F5A9951CA2}" dt="2025-05-13T17:42:39.070" v="82" actId="478"/>
          <ac:spMkLst>
            <pc:docMk/>
            <pc:sldMk cId="3004903757" sldId="2267"/>
            <ac:spMk id="15" creationId="{234B03E0-24E5-FB2E-8A73-5FB8EFD0DEBE}"/>
          </ac:spMkLst>
        </pc:spChg>
        <pc:spChg chg="add mod">
          <ac:chgData name="Livian Matias - TECWISE" userId="fd50b48e-d674-4bdf-bcd6-2bf35cac6058" providerId="ADAL" clId="{E3903C5B-D1BC-4047-9729-95F5A9951CA2}" dt="2025-05-13T17:42:40.427" v="83"/>
          <ac:spMkLst>
            <pc:docMk/>
            <pc:sldMk cId="3004903757" sldId="2267"/>
            <ac:spMk id="18" creationId="{25B8F603-1B1C-F9FA-93B4-AC2609A058F5}"/>
          </ac:spMkLst>
        </pc:spChg>
        <pc:spChg chg="add mod">
          <ac:chgData name="Livian Matias - TECWISE" userId="fd50b48e-d674-4bdf-bcd6-2bf35cac6058" providerId="ADAL" clId="{E3903C5B-D1BC-4047-9729-95F5A9951CA2}" dt="2025-05-13T17:42:40.427" v="83"/>
          <ac:spMkLst>
            <pc:docMk/>
            <pc:sldMk cId="3004903757" sldId="2267"/>
            <ac:spMk id="19" creationId="{BF99970F-D606-8A07-9E93-C7C0F6B76BEF}"/>
          </ac:spMkLst>
        </pc:spChg>
        <pc:spChg chg="add mod">
          <ac:chgData name="Livian Matias - TECWISE" userId="fd50b48e-d674-4bdf-bcd6-2bf35cac6058" providerId="ADAL" clId="{E3903C5B-D1BC-4047-9729-95F5A9951CA2}" dt="2025-05-13T17:42:40.427" v="83"/>
          <ac:spMkLst>
            <pc:docMk/>
            <pc:sldMk cId="3004903757" sldId="2267"/>
            <ac:spMk id="20" creationId="{00F11CFE-AF2A-1899-2196-8DE92C62CB50}"/>
          </ac:spMkLst>
        </pc:spChg>
        <pc:spChg chg="add mod">
          <ac:chgData name="Livian Matias - TECWISE" userId="fd50b48e-d674-4bdf-bcd6-2bf35cac6058" providerId="ADAL" clId="{E3903C5B-D1BC-4047-9729-95F5A9951CA2}" dt="2025-05-13T17:42:40.427" v="83"/>
          <ac:spMkLst>
            <pc:docMk/>
            <pc:sldMk cId="3004903757" sldId="2267"/>
            <ac:spMk id="21" creationId="{8E0997E4-99D5-05CB-5F60-02CA9ACBA6DE}"/>
          </ac:spMkLst>
        </pc:spChg>
        <pc:spChg chg="add mod">
          <ac:chgData name="Livian Matias - TECWISE" userId="fd50b48e-d674-4bdf-bcd6-2bf35cac6058" providerId="ADAL" clId="{E3903C5B-D1BC-4047-9729-95F5A9951CA2}" dt="2025-05-13T17:42:40.427" v="83"/>
          <ac:spMkLst>
            <pc:docMk/>
            <pc:sldMk cId="3004903757" sldId="2267"/>
            <ac:spMk id="22" creationId="{C7FC3171-C535-CD16-DB47-5C57FE6CED95}"/>
          </ac:spMkLst>
        </pc:spChg>
        <pc:spChg chg="add mod">
          <ac:chgData name="Livian Matias - TECWISE" userId="fd50b48e-d674-4bdf-bcd6-2bf35cac6058" providerId="ADAL" clId="{E3903C5B-D1BC-4047-9729-95F5A9951CA2}" dt="2025-05-13T17:42:40.427" v="83"/>
          <ac:spMkLst>
            <pc:docMk/>
            <pc:sldMk cId="3004903757" sldId="2267"/>
            <ac:spMk id="29" creationId="{CCAF20E3-DC87-EA80-5D22-2DFBC2817445}"/>
          </ac:spMkLst>
        </pc:spChg>
        <pc:spChg chg="add mod">
          <ac:chgData name="Livian Matias - TECWISE" userId="fd50b48e-d674-4bdf-bcd6-2bf35cac6058" providerId="ADAL" clId="{E3903C5B-D1BC-4047-9729-95F5A9951CA2}" dt="2025-05-13T17:42:40.427" v="83"/>
          <ac:spMkLst>
            <pc:docMk/>
            <pc:sldMk cId="3004903757" sldId="2267"/>
            <ac:spMk id="30" creationId="{1021A720-ADA8-AE32-418C-BDB406F394C7}"/>
          </ac:spMkLst>
        </pc:spChg>
        <pc:spChg chg="add del mod">
          <ac:chgData name="Livian Matias - TECWISE" userId="fd50b48e-d674-4bdf-bcd6-2bf35cac6058" providerId="ADAL" clId="{E3903C5B-D1BC-4047-9729-95F5A9951CA2}" dt="2025-05-13T17:42:52.397" v="85" actId="478"/>
          <ac:spMkLst>
            <pc:docMk/>
            <pc:sldMk cId="3004903757" sldId="2267"/>
            <ac:spMk id="33" creationId="{4C25D8A3-480E-B9B6-F7FF-9DA7DF9BBC43}"/>
          </ac:spMkLst>
        </pc:spChg>
        <pc:spChg chg="add del mod">
          <ac:chgData name="Livian Matias - TECWISE" userId="fd50b48e-d674-4bdf-bcd6-2bf35cac6058" providerId="ADAL" clId="{E3903C5B-D1BC-4047-9729-95F5A9951CA2}" dt="2025-05-13T17:42:52.397" v="85" actId="478"/>
          <ac:spMkLst>
            <pc:docMk/>
            <pc:sldMk cId="3004903757" sldId="2267"/>
            <ac:spMk id="34" creationId="{FE184C0E-C9BA-B4DC-F238-C9C58DE42B31}"/>
          </ac:spMkLst>
        </pc:spChg>
        <pc:spChg chg="add del mod">
          <ac:chgData name="Livian Matias - TECWISE" userId="fd50b48e-d674-4bdf-bcd6-2bf35cac6058" providerId="ADAL" clId="{E3903C5B-D1BC-4047-9729-95F5A9951CA2}" dt="2025-05-13T17:42:52.397" v="85" actId="478"/>
          <ac:spMkLst>
            <pc:docMk/>
            <pc:sldMk cId="3004903757" sldId="2267"/>
            <ac:spMk id="35" creationId="{8B43623F-DE5F-FFED-A440-DEC1E0B4BB59}"/>
          </ac:spMkLst>
        </pc:spChg>
        <pc:spChg chg="add del mod">
          <ac:chgData name="Livian Matias - TECWISE" userId="fd50b48e-d674-4bdf-bcd6-2bf35cac6058" providerId="ADAL" clId="{E3903C5B-D1BC-4047-9729-95F5A9951CA2}" dt="2025-05-13T17:42:52.397" v="85" actId="478"/>
          <ac:spMkLst>
            <pc:docMk/>
            <pc:sldMk cId="3004903757" sldId="2267"/>
            <ac:spMk id="36" creationId="{DD9406D4-E4BA-2EC0-174C-F705E26B930B}"/>
          </ac:spMkLst>
        </pc:spChg>
        <pc:spChg chg="add del mod">
          <ac:chgData name="Livian Matias - TECWISE" userId="fd50b48e-d674-4bdf-bcd6-2bf35cac6058" providerId="ADAL" clId="{E3903C5B-D1BC-4047-9729-95F5A9951CA2}" dt="2025-05-13T17:42:52.397" v="85" actId="478"/>
          <ac:spMkLst>
            <pc:docMk/>
            <pc:sldMk cId="3004903757" sldId="2267"/>
            <ac:spMk id="37" creationId="{B61C6267-7BEE-3E5D-B8F8-83B2B79ACBA8}"/>
          </ac:spMkLst>
        </pc:spChg>
        <pc:spChg chg="add del mod">
          <ac:chgData name="Livian Matias - TECWISE" userId="fd50b48e-d674-4bdf-bcd6-2bf35cac6058" providerId="ADAL" clId="{E3903C5B-D1BC-4047-9729-95F5A9951CA2}" dt="2025-05-13T17:42:52.397" v="85" actId="478"/>
          <ac:spMkLst>
            <pc:docMk/>
            <pc:sldMk cId="3004903757" sldId="2267"/>
            <ac:spMk id="44" creationId="{9263853D-AE5B-CA83-D7E6-9EFDFCCA280F}"/>
          </ac:spMkLst>
        </pc:spChg>
        <pc:spChg chg="add del mod">
          <ac:chgData name="Livian Matias - TECWISE" userId="fd50b48e-d674-4bdf-bcd6-2bf35cac6058" providerId="ADAL" clId="{E3903C5B-D1BC-4047-9729-95F5A9951CA2}" dt="2025-05-13T17:42:52.397" v="85" actId="478"/>
          <ac:spMkLst>
            <pc:docMk/>
            <pc:sldMk cId="3004903757" sldId="2267"/>
            <ac:spMk id="45" creationId="{D887E48A-CEA5-BE30-F2FE-F3EE86F96248}"/>
          </ac:spMkLst>
        </pc:spChg>
        <pc:spChg chg="add mod">
          <ac:chgData name="Livian Matias - TECWISE" userId="fd50b48e-d674-4bdf-bcd6-2bf35cac6058" providerId="ADAL" clId="{E3903C5B-D1BC-4047-9729-95F5A9951CA2}" dt="2025-05-13T17:42:56.400" v="86"/>
          <ac:spMkLst>
            <pc:docMk/>
            <pc:sldMk cId="3004903757" sldId="2267"/>
            <ac:spMk id="48" creationId="{CB7ABA5D-9C03-CA00-087E-68DAF3A7526B}"/>
          </ac:spMkLst>
        </pc:spChg>
        <pc:picChg chg="add del mod">
          <ac:chgData name="Livian Matias - TECWISE" userId="fd50b48e-d674-4bdf-bcd6-2bf35cac6058" providerId="ADAL" clId="{E3903C5B-D1BC-4047-9729-95F5A9951CA2}" dt="2025-05-13T17:42:39.070" v="82" actId="478"/>
          <ac:picMkLst>
            <pc:docMk/>
            <pc:sldMk cId="3004903757" sldId="2267"/>
            <ac:picMk id="11" creationId="{628D498D-36B1-3142-01A9-BF753D8D6694}"/>
          </ac:picMkLst>
        </pc:picChg>
        <pc:picChg chg="add del mod">
          <ac:chgData name="Livian Matias - TECWISE" userId="fd50b48e-d674-4bdf-bcd6-2bf35cac6058" providerId="ADAL" clId="{E3903C5B-D1BC-4047-9729-95F5A9951CA2}" dt="2025-05-13T17:42:39.070" v="82" actId="478"/>
          <ac:picMkLst>
            <pc:docMk/>
            <pc:sldMk cId="3004903757" sldId="2267"/>
            <ac:picMk id="12" creationId="{C8383548-EAA2-5F2D-986F-B4DAFB555200}"/>
          </ac:picMkLst>
        </pc:picChg>
        <pc:picChg chg="add del mod">
          <ac:chgData name="Livian Matias - TECWISE" userId="fd50b48e-d674-4bdf-bcd6-2bf35cac6058" providerId="ADAL" clId="{E3903C5B-D1BC-4047-9729-95F5A9951CA2}" dt="2025-05-13T17:42:39.070" v="82" actId="478"/>
          <ac:picMkLst>
            <pc:docMk/>
            <pc:sldMk cId="3004903757" sldId="2267"/>
            <ac:picMk id="16" creationId="{BB41AC7A-2094-BA54-1957-39421D2B1A68}"/>
          </ac:picMkLst>
        </pc:picChg>
        <pc:picChg chg="add del mod">
          <ac:chgData name="Livian Matias - TECWISE" userId="fd50b48e-d674-4bdf-bcd6-2bf35cac6058" providerId="ADAL" clId="{E3903C5B-D1BC-4047-9729-95F5A9951CA2}" dt="2025-05-13T17:42:39.070" v="82" actId="478"/>
          <ac:picMkLst>
            <pc:docMk/>
            <pc:sldMk cId="3004903757" sldId="2267"/>
            <ac:picMk id="17" creationId="{2E614920-206C-DEF9-E57C-E1AE00CF626F}"/>
          </ac:picMkLst>
        </pc:picChg>
        <pc:picChg chg="add mod">
          <ac:chgData name="Livian Matias - TECWISE" userId="fd50b48e-d674-4bdf-bcd6-2bf35cac6058" providerId="ADAL" clId="{E3903C5B-D1BC-4047-9729-95F5A9951CA2}" dt="2025-05-13T17:42:40.427" v="83"/>
          <ac:picMkLst>
            <pc:docMk/>
            <pc:sldMk cId="3004903757" sldId="2267"/>
            <ac:picMk id="23" creationId="{31BB038C-5018-17B5-D6D3-76F0C0BC60FF}"/>
          </ac:picMkLst>
        </pc:picChg>
        <pc:picChg chg="add mod">
          <ac:chgData name="Livian Matias - TECWISE" userId="fd50b48e-d674-4bdf-bcd6-2bf35cac6058" providerId="ADAL" clId="{E3903C5B-D1BC-4047-9729-95F5A9951CA2}" dt="2025-05-13T17:42:40.427" v="83"/>
          <ac:picMkLst>
            <pc:docMk/>
            <pc:sldMk cId="3004903757" sldId="2267"/>
            <ac:picMk id="27" creationId="{FC7B3FD3-1524-A087-6653-F908BADF1958}"/>
          </ac:picMkLst>
        </pc:picChg>
        <pc:picChg chg="add mod">
          <ac:chgData name="Livian Matias - TECWISE" userId="fd50b48e-d674-4bdf-bcd6-2bf35cac6058" providerId="ADAL" clId="{E3903C5B-D1BC-4047-9729-95F5A9951CA2}" dt="2025-05-13T17:42:40.427" v="83"/>
          <ac:picMkLst>
            <pc:docMk/>
            <pc:sldMk cId="3004903757" sldId="2267"/>
            <ac:picMk id="28" creationId="{00C40D50-C19F-B3D8-FA61-90D283878ACB}"/>
          </ac:picMkLst>
        </pc:picChg>
        <pc:picChg chg="add del mod">
          <ac:chgData name="Livian Matias - TECWISE" userId="fd50b48e-d674-4bdf-bcd6-2bf35cac6058" providerId="ADAL" clId="{E3903C5B-D1BC-4047-9729-95F5A9951CA2}" dt="2025-05-13T17:42:52.397" v="85" actId="478"/>
          <ac:picMkLst>
            <pc:docMk/>
            <pc:sldMk cId="3004903757" sldId="2267"/>
            <ac:picMk id="38" creationId="{77D7F871-E195-1012-0065-B8D6D5765C00}"/>
          </ac:picMkLst>
        </pc:picChg>
        <pc:picChg chg="add del mod">
          <ac:chgData name="Livian Matias - TECWISE" userId="fd50b48e-d674-4bdf-bcd6-2bf35cac6058" providerId="ADAL" clId="{E3903C5B-D1BC-4047-9729-95F5A9951CA2}" dt="2025-05-13T17:42:52.397" v="85" actId="478"/>
          <ac:picMkLst>
            <pc:docMk/>
            <pc:sldMk cId="3004903757" sldId="2267"/>
            <ac:picMk id="39" creationId="{232739EB-1E60-A0D9-0E5C-B625C5089C85}"/>
          </ac:picMkLst>
        </pc:picChg>
        <pc:picChg chg="add del mod">
          <ac:chgData name="Livian Matias - TECWISE" userId="fd50b48e-d674-4bdf-bcd6-2bf35cac6058" providerId="ADAL" clId="{E3903C5B-D1BC-4047-9729-95F5A9951CA2}" dt="2025-05-13T17:42:52.397" v="85" actId="478"/>
          <ac:picMkLst>
            <pc:docMk/>
            <pc:sldMk cId="3004903757" sldId="2267"/>
            <ac:picMk id="47" creationId="{EE44AE06-58DE-039D-CE37-C34D6494AD88}"/>
          </ac:picMkLst>
        </pc:picChg>
        <pc:picChg chg="del">
          <ac:chgData name="Livian Matias - TECWISE" userId="fd50b48e-d674-4bdf-bcd6-2bf35cac6058" providerId="ADAL" clId="{E3903C5B-D1BC-4047-9729-95F5A9951CA2}" dt="2025-05-13T17:39:49.560" v="57" actId="478"/>
          <ac:picMkLst>
            <pc:docMk/>
            <pc:sldMk cId="3004903757" sldId="2267"/>
            <ac:picMk id="1028" creationId="{6EBE596D-03B3-0764-1502-935C7D5E0E2F}"/>
          </ac:picMkLst>
        </pc:picChg>
        <pc:picChg chg="del">
          <ac:chgData name="Livian Matias - TECWISE" userId="fd50b48e-d674-4bdf-bcd6-2bf35cac6058" providerId="ADAL" clId="{E3903C5B-D1BC-4047-9729-95F5A9951CA2}" dt="2025-05-13T17:39:48.091" v="56" actId="478"/>
          <ac:picMkLst>
            <pc:docMk/>
            <pc:sldMk cId="3004903757" sldId="2267"/>
            <ac:picMk id="1029" creationId="{94742A90-0F7E-FE07-14AF-7992C5D231D4}"/>
          </ac:picMkLst>
        </pc:picChg>
      </pc:sldChg>
      <pc:sldChg chg="addSp delSp modSp mod modClrScheme chgLayout">
        <pc:chgData name="Livian Matias - TECWISE" userId="fd50b48e-d674-4bdf-bcd6-2bf35cac6058" providerId="ADAL" clId="{E3903C5B-D1BC-4047-9729-95F5A9951CA2}" dt="2025-05-13T17:52:12.259" v="166" actId="14100"/>
        <pc:sldMkLst>
          <pc:docMk/>
          <pc:sldMk cId="2318960982" sldId="2268"/>
        </pc:sldMkLst>
        <pc:spChg chg="add mod">
          <ac:chgData name="Livian Matias - TECWISE" userId="fd50b48e-d674-4bdf-bcd6-2bf35cac6058" providerId="ADAL" clId="{E3903C5B-D1BC-4047-9729-95F5A9951CA2}" dt="2025-05-13T17:44:02.513" v="99" actId="20577"/>
          <ac:spMkLst>
            <pc:docMk/>
            <pc:sldMk cId="2318960982" sldId="2268"/>
            <ac:spMk id="4" creationId="{A9568A6A-C440-3B4B-B757-95694475C676}"/>
          </ac:spMkLst>
        </pc:spChg>
        <pc:spChg chg="add del mod">
          <ac:chgData name="Livian Matias - TECWISE" userId="fd50b48e-d674-4bdf-bcd6-2bf35cac6058" providerId="ADAL" clId="{E3903C5B-D1BC-4047-9729-95F5A9951CA2}" dt="2025-05-13T17:45:31.232" v="118"/>
          <ac:spMkLst>
            <pc:docMk/>
            <pc:sldMk cId="2318960982" sldId="2268"/>
            <ac:spMk id="6" creationId="{7A3E5D51-C752-456D-CFA0-089C24131EA6}"/>
          </ac:spMkLst>
        </pc:spChg>
        <pc:spChg chg="del mod">
          <ac:chgData name="Livian Matias - TECWISE" userId="fd50b48e-d674-4bdf-bcd6-2bf35cac6058" providerId="ADAL" clId="{E3903C5B-D1BC-4047-9729-95F5A9951CA2}" dt="2025-05-13T17:43:12.852" v="89" actId="478"/>
          <ac:spMkLst>
            <pc:docMk/>
            <pc:sldMk cId="2318960982" sldId="2268"/>
            <ac:spMk id="7" creationId="{B75AE827-55B2-BB48-E0D8-AB239BF34329}"/>
          </ac:spMkLst>
        </pc:spChg>
        <pc:spChg chg="del">
          <ac:chgData name="Livian Matias - TECWISE" userId="fd50b48e-d674-4bdf-bcd6-2bf35cac6058" providerId="ADAL" clId="{E3903C5B-D1BC-4047-9729-95F5A9951CA2}" dt="2025-05-13T17:43:16.595" v="93" actId="478"/>
          <ac:spMkLst>
            <pc:docMk/>
            <pc:sldMk cId="2318960982" sldId="2268"/>
            <ac:spMk id="8" creationId="{1060F233-9154-9F5F-DC34-704FB4A7D78E}"/>
          </ac:spMkLst>
        </pc:spChg>
        <pc:spChg chg="add del mod">
          <ac:chgData name="Livian Matias - TECWISE" userId="fd50b48e-d674-4bdf-bcd6-2bf35cac6058" providerId="ADAL" clId="{E3903C5B-D1BC-4047-9729-95F5A9951CA2}" dt="2025-05-13T17:46:23.808" v="122"/>
          <ac:spMkLst>
            <pc:docMk/>
            <pc:sldMk cId="2318960982" sldId="2268"/>
            <ac:spMk id="9" creationId="{59C8E5C8-06BE-F46C-01EB-236F87A5191A}"/>
          </ac:spMkLst>
        </pc:spChg>
        <pc:spChg chg="del">
          <ac:chgData name="Livian Matias - TECWISE" userId="fd50b48e-d674-4bdf-bcd6-2bf35cac6058" providerId="ADAL" clId="{E3903C5B-D1BC-4047-9729-95F5A9951CA2}" dt="2025-05-13T17:43:14.616" v="91" actId="478"/>
          <ac:spMkLst>
            <pc:docMk/>
            <pc:sldMk cId="2318960982" sldId="2268"/>
            <ac:spMk id="10" creationId="{F04C24E5-1365-09EA-98C0-E3513FD0EBD8}"/>
          </ac:spMkLst>
        </pc:spChg>
        <pc:spChg chg="add del mod">
          <ac:chgData name="Livian Matias - TECWISE" userId="fd50b48e-d674-4bdf-bcd6-2bf35cac6058" providerId="ADAL" clId="{E3903C5B-D1BC-4047-9729-95F5A9951CA2}" dt="2025-05-13T17:46:51.537" v="138"/>
          <ac:spMkLst>
            <pc:docMk/>
            <pc:sldMk cId="2318960982" sldId="2268"/>
            <ac:spMk id="11" creationId="{4D46E331-70B9-0EBF-E562-BF41F185D516}"/>
          </ac:spMkLst>
        </pc:spChg>
        <pc:spChg chg="del">
          <ac:chgData name="Livian Matias - TECWISE" userId="fd50b48e-d674-4bdf-bcd6-2bf35cac6058" providerId="ADAL" clId="{E3903C5B-D1BC-4047-9729-95F5A9951CA2}" dt="2025-05-13T17:43:21.380" v="96" actId="478"/>
          <ac:spMkLst>
            <pc:docMk/>
            <pc:sldMk cId="2318960982" sldId="2268"/>
            <ac:spMk id="13" creationId="{5216103C-25E3-E049-67F1-77A193E87CED}"/>
          </ac:spMkLst>
        </pc:spChg>
        <pc:spChg chg="add del mod">
          <ac:chgData name="Livian Matias - TECWISE" userId="fd50b48e-d674-4bdf-bcd6-2bf35cac6058" providerId="ADAL" clId="{E3903C5B-D1BC-4047-9729-95F5A9951CA2}" dt="2025-05-13T17:47:29.179" v="141"/>
          <ac:spMkLst>
            <pc:docMk/>
            <pc:sldMk cId="2318960982" sldId="2268"/>
            <ac:spMk id="14" creationId="{9A9A19E5-23F4-B493-807A-B5281B602686}"/>
          </ac:spMkLst>
        </pc:spChg>
        <pc:spChg chg="del">
          <ac:chgData name="Livian Matias - TECWISE" userId="fd50b48e-d674-4bdf-bcd6-2bf35cac6058" providerId="ADAL" clId="{E3903C5B-D1BC-4047-9729-95F5A9951CA2}" dt="2025-05-13T17:43:15.435" v="92" actId="478"/>
          <ac:spMkLst>
            <pc:docMk/>
            <pc:sldMk cId="2318960982" sldId="2268"/>
            <ac:spMk id="16" creationId="{14C36DFD-62E1-CA11-7989-02D23BE05BE5}"/>
          </ac:spMkLst>
        </pc:spChg>
        <pc:spChg chg="del">
          <ac:chgData name="Livian Matias - TECWISE" userId="fd50b48e-d674-4bdf-bcd6-2bf35cac6058" providerId="ADAL" clId="{E3903C5B-D1BC-4047-9729-95F5A9951CA2}" dt="2025-05-13T17:43:19.301" v="95" actId="478"/>
          <ac:spMkLst>
            <pc:docMk/>
            <pc:sldMk cId="2318960982" sldId="2268"/>
            <ac:spMk id="17" creationId="{8F325C13-B520-D818-B0D4-800D98655F04}"/>
          </ac:spMkLst>
        </pc:spChg>
        <pc:spChg chg="add del mod ord">
          <ac:chgData name="Livian Matias - TECWISE" userId="fd50b48e-d674-4bdf-bcd6-2bf35cac6058" providerId="ADAL" clId="{E3903C5B-D1BC-4047-9729-95F5A9951CA2}" dt="2025-05-13T17:50:46.796" v="153" actId="700"/>
          <ac:spMkLst>
            <pc:docMk/>
            <pc:sldMk cId="2318960982" sldId="2268"/>
            <ac:spMk id="20" creationId="{5EF479AE-C789-B707-8AF9-644B7335B31C}"/>
          </ac:spMkLst>
        </pc:spChg>
        <pc:spChg chg="add del mod ord">
          <ac:chgData name="Livian Matias - TECWISE" userId="fd50b48e-d674-4bdf-bcd6-2bf35cac6058" providerId="ADAL" clId="{E3903C5B-D1BC-4047-9729-95F5A9951CA2}" dt="2025-05-13T17:50:46.796" v="153" actId="700"/>
          <ac:spMkLst>
            <pc:docMk/>
            <pc:sldMk cId="2318960982" sldId="2268"/>
            <ac:spMk id="21" creationId="{85FAFE0D-A56D-381E-57B5-BA02F104533F}"/>
          </ac:spMkLst>
        </pc:spChg>
        <pc:spChg chg="add del mod ord">
          <ac:chgData name="Livian Matias - TECWISE" userId="fd50b48e-d674-4bdf-bcd6-2bf35cac6058" providerId="ADAL" clId="{E3903C5B-D1BC-4047-9729-95F5A9951CA2}" dt="2025-05-13T17:50:46.796" v="153" actId="700"/>
          <ac:spMkLst>
            <pc:docMk/>
            <pc:sldMk cId="2318960982" sldId="2268"/>
            <ac:spMk id="22" creationId="{2C3DF683-F879-D46B-D2E8-231BF4FBF093}"/>
          </ac:spMkLst>
        </pc:spChg>
        <pc:spChg chg="add del mod ord">
          <ac:chgData name="Livian Matias - TECWISE" userId="fd50b48e-d674-4bdf-bcd6-2bf35cac6058" providerId="ADAL" clId="{E3903C5B-D1BC-4047-9729-95F5A9951CA2}" dt="2025-05-13T17:51:38.003" v="161" actId="700"/>
          <ac:spMkLst>
            <pc:docMk/>
            <pc:sldMk cId="2318960982" sldId="2268"/>
            <ac:spMk id="23" creationId="{E16A09A7-1BB3-0BE1-3928-1E4D5D61E847}"/>
          </ac:spMkLst>
        </pc:spChg>
        <pc:spChg chg="add del mod ord">
          <ac:chgData name="Livian Matias - TECWISE" userId="fd50b48e-d674-4bdf-bcd6-2bf35cac6058" providerId="ADAL" clId="{E3903C5B-D1BC-4047-9729-95F5A9951CA2}" dt="2025-05-13T17:51:38.003" v="161" actId="700"/>
          <ac:spMkLst>
            <pc:docMk/>
            <pc:sldMk cId="2318960982" sldId="2268"/>
            <ac:spMk id="24" creationId="{E7CC8AC3-822A-30C3-80C3-58C481888826}"/>
          </ac:spMkLst>
        </pc:spChg>
        <pc:spChg chg="add del mod ord">
          <ac:chgData name="Livian Matias - TECWISE" userId="fd50b48e-d674-4bdf-bcd6-2bf35cac6058" providerId="ADAL" clId="{E3903C5B-D1BC-4047-9729-95F5A9951CA2}" dt="2025-05-13T17:51:38.003" v="161" actId="700"/>
          <ac:spMkLst>
            <pc:docMk/>
            <pc:sldMk cId="2318960982" sldId="2268"/>
            <ac:spMk id="25" creationId="{D3DFA1F0-14A6-E737-08BE-32E157950347}"/>
          </ac:spMkLst>
        </pc:spChg>
        <pc:spChg chg="add del mod ord">
          <ac:chgData name="Livian Matias - TECWISE" userId="fd50b48e-d674-4bdf-bcd6-2bf35cac6058" providerId="ADAL" clId="{E3903C5B-D1BC-4047-9729-95F5A9951CA2}" dt="2025-05-13T17:52:00.743" v="164" actId="478"/>
          <ac:spMkLst>
            <pc:docMk/>
            <pc:sldMk cId="2318960982" sldId="2268"/>
            <ac:spMk id="26" creationId="{68B9229B-2C48-F545-61AC-0B27594A476B}"/>
          </ac:spMkLst>
        </pc:spChg>
        <pc:spChg chg="add mod ord">
          <ac:chgData name="Livian Matias - TECWISE" userId="fd50b48e-d674-4bdf-bcd6-2bf35cac6058" providerId="ADAL" clId="{E3903C5B-D1BC-4047-9729-95F5A9951CA2}" dt="2025-05-13T17:52:12.259" v="166" actId="14100"/>
          <ac:spMkLst>
            <pc:docMk/>
            <pc:sldMk cId="2318960982" sldId="2268"/>
            <ac:spMk id="27" creationId="{1AC84DC8-CB24-A5BC-A290-6B3873AABC96}"/>
          </ac:spMkLst>
        </pc:spChg>
        <pc:spChg chg="add del mod ord">
          <ac:chgData name="Livian Matias - TECWISE" userId="fd50b48e-d674-4bdf-bcd6-2bf35cac6058" providerId="ADAL" clId="{E3903C5B-D1BC-4047-9729-95F5A9951CA2}" dt="2025-05-13T17:52:05.857" v="165" actId="478"/>
          <ac:spMkLst>
            <pc:docMk/>
            <pc:sldMk cId="2318960982" sldId="2268"/>
            <ac:spMk id="28" creationId="{636FEC81-B6FF-7A2C-31B8-BA0980EDFBFF}"/>
          </ac:spMkLst>
        </pc:spChg>
        <pc:graphicFrameChg chg="del">
          <ac:chgData name="Livian Matias - TECWISE" userId="fd50b48e-d674-4bdf-bcd6-2bf35cac6058" providerId="ADAL" clId="{E3903C5B-D1BC-4047-9729-95F5A9951CA2}" dt="2025-05-13T17:43:22.260" v="97" actId="478"/>
          <ac:graphicFrameMkLst>
            <pc:docMk/>
            <pc:sldMk cId="2318960982" sldId="2268"/>
            <ac:graphicFrameMk id="12" creationId="{1485C7BA-0184-EF5A-C760-FE47E12C1B68}"/>
          </ac:graphicFrameMkLst>
        </pc:graphicFrameChg>
        <pc:picChg chg="del">
          <ac:chgData name="Livian Matias - TECWISE" userId="fd50b48e-d674-4bdf-bcd6-2bf35cac6058" providerId="ADAL" clId="{E3903C5B-D1BC-4047-9729-95F5A9951CA2}" dt="2025-05-13T17:43:17.322" v="94" actId="478"/>
          <ac:picMkLst>
            <pc:docMk/>
            <pc:sldMk cId="2318960982" sldId="2268"/>
            <ac:picMk id="3" creationId="{5C921748-FBCA-6A30-8B8C-EF1CC7CDA182}"/>
          </ac:picMkLst>
        </pc:picChg>
        <pc:picChg chg="del">
          <ac:chgData name="Livian Matias - TECWISE" userId="fd50b48e-d674-4bdf-bcd6-2bf35cac6058" providerId="ADAL" clId="{E3903C5B-D1BC-4047-9729-95F5A9951CA2}" dt="2025-05-13T17:43:13.733" v="90" actId="478"/>
          <ac:picMkLst>
            <pc:docMk/>
            <pc:sldMk cId="2318960982" sldId="2268"/>
            <ac:picMk id="5" creationId="{C57DDCE2-F4F6-4331-8A15-E8B508019A88}"/>
          </ac:picMkLst>
        </pc:picChg>
        <pc:picChg chg="del">
          <ac:chgData name="Livian Matias - TECWISE" userId="fd50b48e-d674-4bdf-bcd6-2bf35cac6058" providerId="ADAL" clId="{E3903C5B-D1BC-4047-9729-95F5A9951CA2}" dt="2025-05-13T17:43:08.859" v="87" actId="478"/>
          <ac:picMkLst>
            <pc:docMk/>
            <pc:sldMk cId="2318960982" sldId="2268"/>
            <ac:picMk id="15" creationId="{D590C246-5C9B-F151-0066-A914EF9D75E8}"/>
          </ac:picMkLst>
        </pc:picChg>
        <pc:picChg chg="add del mod">
          <ac:chgData name="Livian Matias - TECWISE" userId="fd50b48e-d674-4bdf-bcd6-2bf35cac6058" providerId="ADAL" clId="{E3903C5B-D1BC-4047-9729-95F5A9951CA2}" dt="2025-05-13T17:48:03.823" v="145" actId="478"/>
          <ac:picMkLst>
            <pc:docMk/>
            <pc:sldMk cId="2318960982" sldId="2268"/>
            <ac:picMk id="19" creationId="{E0A3B04A-9018-43A7-3089-ECDFAD1177DA}"/>
          </ac:picMkLst>
        </pc:picChg>
      </pc:sldChg>
      <pc:sldChg chg="modSp add del mod">
        <pc:chgData name="Livian Matias - TECWISE" userId="fd50b48e-d674-4bdf-bcd6-2bf35cac6058" providerId="ADAL" clId="{E3903C5B-D1BC-4047-9729-95F5A9951CA2}" dt="2025-05-13T17:51:45.911" v="162" actId="2696"/>
        <pc:sldMkLst>
          <pc:docMk/>
          <pc:sldMk cId="704671595" sldId="2269"/>
        </pc:sldMkLst>
        <pc:spChg chg="mod">
          <ac:chgData name="Livian Matias - TECWISE" userId="fd50b48e-d674-4bdf-bcd6-2bf35cac6058" providerId="ADAL" clId="{E3903C5B-D1BC-4047-9729-95F5A9951CA2}" dt="2025-05-13T17:50:34.667" v="151" actId="1076"/>
          <ac:spMkLst>
            <pc:docMk/>
            <pc:sldMk cId="704671595" sldId="2269"/>
            <ac:spMk id="4" creationId="{7F41FAC9-B7FB-0394-492B-BB6B9AD06AD9}"/>
          </ac:spMkLst>
        </pc:spChg>
      </pc:sldChg>
      <pc:sldChg chg="del">
        <pc:chgData name="Livian Matias - TECWISE" userId="fd50b48e-d674-4bdf-bcd6-2bf35cac6058" providerId="ADAL" clId="{E3903C5B-D1BC-4047-9729-95F5A9951CA2}" dt="2025-05-13T17:44:32.178" v="102" actId="2696"/>
        <pc:sldMkLst>
          <pc:docMk/>
          <pc:sldMk cId="1505707177" sldId="2270"/>
        </pc:sldMkLst>
      </pc:sldChg>
      <pc:sldChg chg="del">
        <pc:chgData name="Livian Matias - TECWISE" userId="fd50b48e-d674-4bdf-bcd6-2bf35cac6058" providerId="ADAL" clId="{E3903C5B-D1BC-4047-9729-95F5A9951CA2}" dt="2025-05-13T17:44:32.178" v="102" actId="2696"/>
        <pc:sldMkLst>
          <pc:docMk/>
          <pc:sldMk cId="2453329704" sldId="2271"/>
        </pc:sldMkLst>
      </pc:sldChg>
      <pc:sldChg chg="del">
        <pc:chgData name="Livian Matias - TECWISE" userId="fd50b48e-d674-4bdf-bcd6-2bf35cac6058" providerId="ADAL" clId="{E3903C5B-D1BC-4047-9729-95F5A9951CA2}" dt="2025-05-13T17:44:32.178" v="102" actId="2696"/>
        <pc:sldMkLst>
          <pc:docMk/>
          <pc:sldMk cId="3431346325" sldId="2272"/>
        </pc:sldMkLst>
      </pc:sldChg>
      <pc:sldChg chg="del">
        <pc:chgData name="Livian Matias - TECWISE" userId="fd50b48e-d674-4bdf-bcd6-2bf35cac6058" providerId="ADAL" clId="{E3903C5B-D1BC-4047-9729-95F5A9951CA2}" dt="2025-05-13T17:44:32.178" v="102" actId="2696"/>
        <pc:sldMkLst>
          <pc:docMk/>
          <pc:sldMk cId="1863692093" sldId="2273"/>
        </pc:sldMkLst>
      </pc:sldChg>
      <pc:sldChg chg="del">
        <pc:chgData name="Livian Matias - TECWISE" userId="fd50b48e-d674-4bdf-bcd6-2bf35cac6058" providerId="ADAL" clId="{E3903C5B-D1BC-4047-9729-95F5A9951CA2}" dt="2025-05-13T17:44:18.582" v="100" actId="2696"/>
        <pc:sldMkLst>
          <pc:docMk/>
          <pc:sldMk cId="1088095596" sldId="2274"/>
        </pc:sldMkLst>
      </pc:sldChg>
      <pc:sldChg chg="del">
        <pc:chgData name="Livian Matias - TECWISE" userId="fd50b48e-d674-4bdf-bcd6-2bf35cac6058" providerId="ADAL" clId="{E3903C5B-D1BC-4047-9729-95F5A9951CA2}" dt="2025-05-13T17:44:32.178" v="102" actId="2696"/>
        <pc:sldMkLst>
          <pc:docMk/>
          <pc:sldMk cId="2799119770" sldId="2276"/>
        </pc:sldMkLst>
      </pc:sldChg>
      <pc:sldChg chg="del">
        <pc:chgData name="Livian Matias - TECWISE" userId="fd50b48e-d674-4bdf-bcd6-2bf35cac6058" providerId="ADAL" clId="{E3903C5B-D1BC-4047-9729-95F5A9951CA2}" dt="2025-05-13T17:44:32.178" v="102" actId="2696"/>
        <pc:sldMkLst>
          <pc:docMk/>
          <pc:sldMk cId="4220002767" sldId="2277"/>
        </pc:sldMkLst>
      </pc:sldChg>
      <pc:sldChg chg="del">
        <pc:chgData name="Livian Matias - TECWISE" userId="fd50b48e-d674-4bdf-bcd6-2bf35cac6058" providerId="ADAL" clId="{E3903C5B-D1BC-4047-9729-95F5A9951CA2}" dt="2025-05-13T17:44:32.178" v="102" actId="2696"/>
        <pc:sldMkLst>
          <pc:docMk/>
          <pc:sldMk cId="3102812979" sldId="2278"/>
        </pc:sldMkLst>
      </pc:sldChg>
      <pc:sldMasterChg chg="add del addSldLayout delSldLayout">
        <pc:chgData name="Livian Matias - TECWISE" userId="fd50b48e-d674-4bdf-bcd6-2bf35cac6058" providerId="ADAL" clId="{E3903C5B-D1BC-4047-9729-95F5A9951CA2}" dt="2025-05-13T17:51:45.911" v="162" actId="2696"/>
        <pc:sldMasterMkLst>
          <pc:docMk/>
          <pc:sldMasterMk cId="3039589577" sldId="2147483794"/>
        </pc:sldMasterMkLst>
        <pc:sldLayoutChg chg="add del">
          <pc:chgData name="Livian Matias - TECWISE" userId="fd50b48e-d674-4bdf-bcd6-2bf35cac6058" providerId="ADAL" clId="{E3903C5B-D1BC-4047-9729-95F5A9951CA2}" dt="2025-05-13T17:51:45.911" v="162" actId="2696"/>
          <pc:sldLayoutMkLst>
            <pc:docMk/>
            <pc:sldMasterMk cId="3039589577" sldId="2147483794"/>
            <pc:sldLayoutMk cId="903414334" sldId="214748379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F9C431-11B5-43BB-87CF-DF27C694561C}" type="datetimeFigureOut">
              <a:rPr lang="pt-BR" smtClean="0"/>
              <a:t>19/05/2025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725272-E602-4C2B-B7A0-47CBDA911C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4875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25272-E602-4C2B-B7A0-47CBDA911C1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9024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25272-E602-4C2B-B7A0-47CBDA911C1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1422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2687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R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FC53A6BB-1933-1D43-9B20-35B177553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353564" y="409073"/>
            <a:ext cx="6361113" cy="11541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3300" b="1" i="0" baseline="0">
                <a:solidFill>
                  <a:srgbClr val="00A3E5"/>
                </a:solidFill>
                <a:latin typeface="Montserrat" pitchFamily="2" charset="77"/>
              </a:defRPr>
            </a:lvl1pPr>
          </a:lstStyle>
          <a:p>
            <a:r>
              <a:rPr lang="pt-BR" dirty="0"/>
              <a:t>Tema apresentação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ADF697-FCE4-3D4E-9269-4824E5A18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291" y="2133599"/>
            <a:ext cx="21029831" cy="208597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000" b="1" i="0" baseline="0">
                <a:solidFill>
                  <a:srgbClr val="00A3E5"/>
                </a:solidFill>
                <a:latin typeface="Montserrat" pitchFamily="2" charset="77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D6BD48-B31B-C44D-BD45-1DD87E29D0E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76291" y="4667250"/>
            <a:ext cx="21029831" cy="80815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500" baseline="0">
                <a:solidFill>
                  <a:srgbClr val="54565A"/>
                </a:solidFill>
                <a:latin typeface="Montserrat" pitchFamily="2" charset="77"/>
              </a:defRPr>
            </a:lvl1pPr>
          </a:lstStyle>
          <a:p>
            <a:r>
              <a:rPr lang="pt-BR" dirty="0"/>
              <a:t>Clique aqui para adicionar texto</a:t>
            </a:r>
          </a:p>
        </p:txBody>
      </p:sp>
    </p:spTree>
    <p:extLst>
      <p:ext uri="{BB962C8B-B14F-4D97-AF65-F5344CB8AC3E}">
        <p14:creationId xmlns:p14="http://schemas.microsoft.com/office/powerpoint/2010/main" val="903414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62191D6D-AE64-C372-198F-F006C412268C}"/>
              </a:ext>
            </a:extLst>
          </p:cNvPr>
          <p:cNvSpPr/>
          <p:nvPr userDrawn="1"/>
        </p:nvSpPr>
        <p:spPr>
          <a:xfrm>
            <a:off x="0" y="0"/>
            <a:ext cx="24382413" cy="13716000"/>
          </a:xfrm>
          <a:prstGeom prst="rect">
            <a:avLst/>
          </a:prstGeom>
          <a:solidFill>
            <a:srgbClr val="E6E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720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0183C991-66D1-8429-FC1E-B55417665D7D}"/>
              </a:ext>
            </a:extLst>
          </p:cNvPr>
          <p:cNvSpPr/>
          <p:nvPr userDrawn="1"/>
        </p:nvSpPr>
        <p:spPr>
          <a:xfrm>
            <a:off x="188380" y="1544320"/>
            <a:ext cx="23990846" cy="11907520"/>
          </a:xfrm>
          <a:prstGeom prst="roundRect">
            <a:avLst>
              <a:gd name="adj" fmla="val 25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720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5D1CA09-D964-7C3D-0024-F1E93B62D9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256" t="35627"/>
          <a:stretch/>
        </p:blipFill>
        <p:spPr>
          <a:xfrm>
            <a:off x="11549180" y="-45001"/>
            <a:ext cx="12833233" cy="13657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7802" y="2244726"/>
            <a:ext cx="18286810" cy="4775200"/>
          </a:xfrm>
        </p:spPr>
        <p:txBody>
          <a:bodyPr anchor="b"/>
          <a:lstStyle>
            <a:lvl1pPr algn="ctr">
              <a:defRPr sz="11999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7802" y="7204076"/>
            <a:ext cx="1828681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en-GB"/>
              <a:t>Click to edit Master subtitle style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8CB6F-E1D3-4955-8558-826310E2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291" y="12712701"/>
            <a:ext cx="5486043" cy="730250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289F1B4-9750-430E-8A90-24EFEF876BA7}" type="datetimeFigureOut">
              <a:rPr lang="LID4096"/>
              <a:pPr>
                <a:defRPr/>
              </a:pPr>
              <a:t>05/19/2025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2DE2F-53AA-421B-B2D3-743066292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6675" y="12712701"/>
            <a:ext cx="8229064" cy="730250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9B969-0773-4AC3-90E2-418362322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CC3C5BC0-3F4B-4081-B96D-462E2303BA8C}" type="slidenum">
              <a:rPr lang="en-ES"/>
              <a:pPr>
                <a:defRPr/>
              </a:pPr>
              <a:t>‹nº›</a:t>
            </a:fld>
            <a:endParaRPr lang="en-ES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020613A9-464F-1EDE-DC2F-5B8D84DA0905}"/>
              </a:ext>
            </a:extLst>
          </p:cNvPr>
          <p:cNvCxnSpPr/>
          <p:nvPr userDrawn="1"/>
        </p:nvCxnSpPr>
        <p:spPr>
          <a:xfrm>
            <a:off x="20913107" y="180930"/>
            <a:ext cx="0" cy="975972"/>
          </a:xfrm>
          <a:prstGeom prst="line">
            <a:avLst/>
          </a:prstGeom>
          <a:ln w="12700">
            <a:solidFill>
              <a:srgbClr val="00A2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m 10" descr="Texto&#10;&#10;Descrição gerada automaticamente com confiança média">
            <a:extLst>
              <a:ext uri="{FF2B5EF4-FFF2-40B4-BE49-F238E27FC236}">
                <a16:creationId xmlns:a16="http://schemas.microsoft.com/office/drawing/2014/main" id="{767B8DBC-3318-7B82-12F3-8EDF5E632A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620"/>
          <a:stretch/>
        </p:blipFill>
        <p:spPr>
          <a:xfrm>
            <a:off x="21407764" y="257903"/>
            <a:ext cx="2511213" cy="8568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87246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9589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1" r:id="rId2"/>
    <p:sldLayoutId id="2147483793" r:id="rId3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2C4CC9D-42B9-919C-32BE-7D824F0AF41B}"/>
              </a:ext>
            </a:extLst>
          </p:cNvPr>
          <p:cNvSpPr txBox="1"/>
          <p:nvPr/>
        </p:nvSpPr>
        <p:spPr>
          <a:xfrm>
            <a:off x="4345030" y="5796171"/>
            <a:ext cx="15692353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6600" b="1" dirty="0">
                <a:solidFill>
                  <a:srgbClr val="F5AC04"/>
                </a:solidFill>
                <a:latin typeface="Montserrat"/>
              </a:rPr>
              <a:t>Título 1  - </a:t>
            </a:r>
          </a:p>
          <a:p>
            <a:pPr algn="ctr"/>
            <a:r>
              <a:rPr lang="pt-BR" sz="6600" b="1" dirty="0">
                <a:solidFill>
                  <a:schemeClr val="bg1"/>
                </a:solidFill>
                <a:latin typeface="Montserrat"/>
              </a:rPr>
              <a:t>Título 2</a:t>
            </a:r>
            <a:endParaRPr lang="pt-BR" sz="6600" b="1" i="0" strike="noStrike" baseline="0" dirty="0">
              <a:solidFill>
                <a:schemeClr val="bg1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640709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19590EC-C879-115D-ECBE-8122F8D7D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85B9F69-4F5E-9E57-7DC9-0F26E5E6BD70}"/>
              </a:ext>
            </a:extLst>
          </p:cNvPr>
          <p:cNvSpPr txBox="1"/>
          <p:nvPr/>
        </p:nvSpPr>
        <p:spPr>
          <a:xfrm>
            <a:off x="1166911" y="423393"/>
            <a:ext cx="6041963" cy="830997"/>
          </a:xfrm>
          <a:prstGeom prst="rect">
            <a:avLst/>
          </a:prstGeom>
          <a:noFill/>
        </p:spPr>
        <p:txBody>
          <a:bodyPr wrap="square" lIns="359977">
            <a:spAutoFit/>
          </a:bodyPr>
          <a:lstStyle>
            <a:defPPr>
              <a:defRPr lang="en-US"/>
            </a:defPPr>
            <a:lvl1pPr>
              <a:defRPr sz="2400" b="1">
                <a:solidFill>
                  <a:srgbClr val="009DD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sz="4800" dirty="0">
                <a:solidFill>
                  <a:schemeClr val="bg1"/>
                </a:solidFill>
                <a:latin typeface="Montserrat" pitchFamily="2" charset="0"/>
              </a:rPr>
              <a:t>Nossa História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FC062000-7253-3C1F-F876-0AAAB9AD394F}"/>
              </a:ext>
            </a:extLst>
          </p:cNvPr>
          <p:cNvGrpSpPr/>
          <p:nvPr/>
        </p:nvGrpSpPr>
        <p:grpSpPr>
          <a:xfrm>
            <a:off x="14364929" y="2490867"/>
            <a:ext cx="8699412" cy="10078754"/>
            <a:chOff x="7182932" y="1245291"/>
            <a:chExt cx="4349989" cy="5039705"/>
          </a:xfrm>
        </p:grpSpPr>
        <p:pic>
          <p:nvPicPr>
            <p:cNvPr id="4" name="Imagem 3" descr="Mapa&#10;&#10;Descrição gerada automaticamente">
              <a:extLst>
                <a:ext uri="{FF2B5EF4-FFF2-40B4-BE49-F238E27FC236}">
                  <a16:creationId xmlns:a16="http://schemas.microsoft.com/office/drawing/2014/main" id="{DA51AF12-443F-E4C2-0155-F1AAF5631C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82932" y="1245291"/>
              <a:ext cx="4349989" cy="5039705"/>
            </a:xfrm>
            <a:prstGeom prst="rect">
              <a:avLst/>
            </a:prstGeom>
          </p:spPr>
        </p:pic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8AC92777-DC41-61CB-9839-88C3D263A4ED}"/>
                </a:ext>
              </a:extLst>
            </p:cNvPr>
            <p:cNvSpPr/>
            <p:nvPr/>
          </p:nvSpPr>
          <p:spPr>
            <a:xfrm>
              <a:off x="10662338" y="3389400"/>
              <a:ext cx="90000" cy="90000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sz="7200"/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82B26017-2D42-5272-8458-3503838CCE4D}"/>
                </a:ext>
              </a:extLst>
            </p:cNvPr>
            <p:cNvSpPr/>
            <p:nvPr/>
          </p:nvSpPr>
          <p:spPr>
            <a:xfrm>
              <a:off x="11171890" y="3593906"/>
              <a:ext cx="90000" cy="90000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sz="7200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6357347C-CDA6-A853-358D-749B6344D87A}"/>
                </a:ext>
              </a:extLst>
            </p:cNvPr>
            <p:cNvSpPr/>
            <p:nvPr/>
          </p:nvSpPr>
          <p:spPr>
            <a:xfrm>
              <a:off x="9585076" y="4821421"/>
              <a:ext cx="90000" cy="90000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sz="7200"/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8A3D5BA6-3ADA-CAB3-29AF-94354BBDFE32}"/>
                </a:ext>
              </a:extLst>
            </p:cNvPr>
            <p:cNvSpPr/>
            <p:nvPr/>
          </p:nvSpPr>
          <p:spPr>
            <a:xfrm>
              <a:off x="10941305" y="4129645"/>
              <a:ext cx="90000" cy="90000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sz="7200"/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468BC71E-5E36-7030-8BF5-2B7E02CF729E}"/>
                </a:ext>
              </a:extLst>
            </p:cNvPr>
            <p:cNvSpPr/>
            <p:nvPr/>
          </p:nvSpPr>
          <p:spPr>
            <a:xfrm>
              <a:off x="11047443" y="4071729"/>
              <a:ext cx="90000" cy="90000"/>
            </a:xfrm>
            <a:prstGeom prst="ellipse">
              <a:avLst/>
            </a:prstGeom>
            <a:ln>
              <a:solidFill>
                <a:srgbClr val="0000FF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sz="7200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347DA6BC-4E43-A814-0600-555CF2FFE239}"/>
                </a:ext>
              </a:extLst>
            </p:cNvPr>
            <p:cNvSpPr/>
            <p:nvPr/>
          </p:nvSpPr>
          <p:spPr>
            <a:xfrm>
              <a:off x="11131642" y="4155934"/>
              <a:ext cx="90000" cy="90000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sz="7200"/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22B74054-B005-5CFB-FCAF-8995464B9A71}"/>
              </a:ext>
            </a:extLst>
          </p:cNvPr>
          <p:cNvSpPr txBox="1">
            <a:spLocks/>
          </p:cNvSpPr>
          <p:nvPr/>
        </p:nvSpPr>
        <p:spPr bwMode="auto">
          <a:xfrm>
            <a:off x="815188" y="3056085"/>
            <a:ext cx="13214716" cy="4554183"/>
          </a:xfrm>
          <a:prstGeom prst="rect">
            <a:avLst/>
          </a:prstGeom>
          <a:noFill/>
        </p:spPr>
        <p:txBody>
          <a:bodyPr wrap="square" lIns="182868" tIns="91434" rIns="182868" bIns="91434" rtlCol="0" anchor="t">
            <a:spAutoFit/>
          </a:bodyPr>
          <a:lstStyle>
            <a:defPPr>
              <a:defRPr lang="en-US"/>
            </a:defPPr>
            <a:lvl1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indent="0" algn="just">
              <a:buNone/>
            </a:pPr>
            <a:r>
              <a:rPr lang="pt-BR" sz="2400" dirty="0">
                <a:latin typeface="Montserrat" pitchFamily="2" charset="0"/>
              </a:rPr>
              <a:t>Fundada em 1997, a TecWise trabalha em estreita colaboração com sua base de clientes no projeto, implantação e suporte de soluções de integração de comunicações e tecnologia, orientadas para o desempenho; sempre projetada para melhorar a eficiência, segurança e produtividade.</a:t>
            </a:r>
          </a:p>
          <a:p>
            <a:pPr marL="0" indent="0" algn="just">
              <a:buNone/>
            </a:pPr>
            <a:endParaRPr lang="pt-BR" sz="2400" dirty="0">
              <a:latin typeface="Montserrat" pitchFamily="2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Montserrat" pitchFamily="2" charset="0"/>
              </a:rPr>
              <a:t>Atuando desde 2013 no grupo de empresas Comms International, servindo como sua base para LATAM, comprometida em alcançar resultados operacionais em conjunto com nossos clientes.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68EA0AA-45EF-B668-841D-B011352E5853}"/>
              </a:ext>
            </a:extLst>
          </p:cNvPr>
          <p:cNvSpPr txBox="1"/>
          <p:nvPr/>
        </p:nvSpPr>
        <p:spPr>
          <a:xfrm>
            <a:off x="15571180" y="7597753"/>
            <a:ext cx="3047629" cy="33538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883" indent="-34288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latin typeface="Montserrat" pitchFamily="2" charset="0"/>
              </a:rPr>
              <a:t>Vale do Aço</a:t>
            </a:r>
          </a:p>
          <a:p>
            <a:pPr marL="342883" indent="-34288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latin typeface="Montserrat" pitchFamily="2" charset="0"/>
              </a:rPr>
              <a:t>Belo Horizonte</a:t>
            </a:r>
          </a:p>
          <a:p>
            <a:pPr marL="342883" indent="-34288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latin typeface="Montserrat" pitchFamily="2" charset="0"/>
              </a:rPr>
              <a:t>Parauapebas</a:t>
            </a:r>
          </a:p>
          <a:p>
            <a:pPr marL="342883" indent="-34288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latin typeface="Montserrat" pitchFamily="2" charset="0"/>
              </a:rPr>
              <a:t>Vitória</a:t>
            </a:r>
          </a:p>
          <a:p>
            <a:pPr marL="342883" indent="-34288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latin typeface="Montserrat" pitchFamily="2" charset="0"/>
              </a:rPr>
              <a:t>Petrolina</a:t>
            </a:r>
          </a:p>
          <a:p>
            <a:pPr marL="342883" indent="-34288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latin typeface="Montserrat" pitchFamily="2" charset="0"/>
              </a:rPr>
              <a:t>Santiago (Chile) 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38B984BA-0C7B-C31A-5E52-CA2D14B01609}"/>
              </a:ext>
            </a:extLst>
          </p:cNvPr>
          <p:cNvGrpSpPr/>
          <p:nvPr/>
        </p:nvGrpSpPr>
        <p:grpSpPr>
          <a:xfrm>
            <a:off x="3350851" y="8060499"/>
            <a:ext cx="2344017" cy="2563391"/>
            <a:chOff x="5363819" y="1858947"/>
            <a:chExt cx="1131161" cy="1265381"/>
          </a:xfrm>
          <a:solidFill>
            <a:srgbClr val="006EB6"/>
          </a:solidFill>
        </p:grpSpPr>
        <p:sp>
          <p:nvSpPr>
            <p:cNvPr id="15" name="Hexágono 14">
              <a:extLst>
                <a:ext uri="{FF2B5EF4-FFF2-40B4-BE49-F238E27FC236}">
                  <a16:creationId xmlns:a16="http://schemas.microsoft.com/office/drawing/2014/main" id="{AA8B5392-2DCF-D372-22F2-4A7EC5577339}"/>
                </a:ext>
              </a:extLst>
            </p:cNvPr>
            <p:cNvSpPr/>
            <p:nvPr/>
          </p:nvSpPr>
          <p:spPr>
            <a:xfrm rot="16200000">
              <a:off x="5281770" y="1940996"/>
              <a:ext cx="1265381" cy="1101283"/>
            </a:xfrm>
            <a:prstGeom prst="hexagon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wrap="none" rtlCol="0" anchor="ctr"/>
            <a:lstStyle/>
            <a:p>
              <a:pPr algn="ctr"/>
              <a:r>
                <a:rPr lang="pt-BR" sz="2400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Montserrat" pitchFamily="2" charset="0"/>
                </a:rPr>
                <a:t>Geoambiental</a:t>
              </a:r>
              <a:endPara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itchFamily="2" charset="0"/>
              </a:endParaRPr>
            </a:p>
          </p:txBody>
        </p: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D8A731DD-9FCF-855F-84E1-81A7C47AE47B}"/>
                </a:ext>
              </a:extLst>
            </p:cNvPr>
            <p:cNvSpPr/>
            <p:nvPr/>
          </p:nvSpPr>
          <p:spPr>
            <a:xfrm>
              <a:off x="6414860" y="2788357"/>
              <a:ext cx="80120" cy="8012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itchFamily="2" charset="0"/>
              </a:endParaRPr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AD05F686-8228-2D10-E5EA-2BAE9449958B}"/>
              </a:ext>
            </a:extLst>
          </p:cNvPr>
          <p:cNvGrpSpPr/>
          <p:nvPr/>
        </p:nvGrpSpPr>
        <p:grpSpPr>
          <a:xfrm>
            <a:off x="6120077" y="8060856"/>
            <a:ext cx="2347047" cy="2563033"/>
            <a:chOff x="5353636" y="2488271"/>
            <a:chExt cx="1141344" cy="1265381"/>
          </a:xfrm>
          <a:solidFill>
            <a:srgbClr val="006EB7"/>
          </a:solidFill>
        </p:grpSpPr>
        <p:sp>
          <p:nvSpPr>
            <p:cNvPr id="18" name="Hexágono 17">
              <a:extLst>
                <a:ext uri="{FF2B5EF4-FFF2-40B4-BE49-F238E27FC236}">
                  <a16:creationId xmlns:a16="http://schemas.microsoft.com/office/drawing/2014/main" id="{C8BC41DE-FA89-499F-04F8-695FEA51258E}"/>
                </a:ext>
              </a:extLst>
            </p:cNvPr>
            <p:cNvSpPr/>
            <p:nvPr/>
          </p:nvSpPr>
          <p:spPr>
            <a:xfrm rot="16200000">
              <a:off x="5271587" y="2570320"/>
              <a:ext cx="1265381" cy="1101283"/>
            </a:xfrm>
            <a:prstGeom prst="hexagon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wrap="none" rtlCol="0" anchor="ctr"/>
            <a:lstStyle/>
            <a:p>
              <a:pPr algn="ctr"/>
              <a:r>
                <a:rPr lang="pt-BR" sz="2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Montserrat" pitchFamily="2" charset="0"/>
                </a:rPr>
                <a:t>Digitalização</a:t>
              </a:r>
            </a:p>
            <a:p>
              <a:pPr algn="ctr"/>
              <a:r>
                <a:rPr lang="pt-BR" sz="2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Montserrat" pitchFamily="2" charset="0"/>
                </a:rPr>
                <a:t> e </a:t>
              </a:r>
              <a:r>
                <a:rPr lang="pt-BR" sz="2400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Montserrat" pitchFamily="2" charset="0"/>
                </a:rPr>
                <a:t>IIoT</a:t>
              </a:r>
              <a:endPara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itchFamily="2" charset="0"/>
              </a:endParaRP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B14433D8-92A5-DEC4-F920-0450474F9983}"/>
                </a:ext>
              </a:extLst>
            </p:cNvPr>
            <p:cNvSpPr/>
            <p:nvPr/>
          </p:nvSpPr>
          <p:spPr>
            <a:xfrm>
              <a:off x="6414860" y="2788357"/>
              <a:ext cx="80120" cy="8012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itchFamily="2" charset="0"/>
              </a:endParaRPr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6CB57018-7583-A21B-A9F5-4272B7DB4F9B}"/>
              </a:ext>
            </a:extLst>
          </p:cNvPr>
          <p:cNvGrpSpPr/>
          <p:nvPr/>
        </p:nvGrpSpPr>
        <p:grpSpPr>
          <a:xfrm>
            <a:off x="8868628" y="8090064"/>
            <a:ext cx="2347047" cy="2563033"/>
            <a:chOff x="5363819" y="1858947"/>
            <a:chExt cx="1101283" cy="1286359"/>
          </a:xfrm>
          <a:solidFill>
            <a:srgbClr val="006EB6"/>
          </a:solidFill>
        </p:grpSpPr>
        <p:sp>
          <p:nvSpPr>
            <p:cNvPr id="21" name="Hexágono 20">
              <a:extLst>
                <a:ext uri="{FF2B5EF4-FFF2-40B4-BE49-F238E27FC236}">
                  <a16:creationId xmlns:a16="http://schemas.microsoft.com/office/drawing/2014/main" id="{EDF1F87A-391F-2EC2-F422-950DDB6059CA}"/>
                </a:ext>
              </a:extLst>
            </p:cNvPr>
            <p:cNvSpPr/>
            <p:nvPr/>
          </p:nvSpPr>
          <p:spPr>
            <a:xfrm rot="16200000">
              <a:off x="5281770" y="1940996"/>
              <a:ext cx="1265381" cy="1101283"/>
            </a:xfrm>
            <a:prstGeom prst="hexagon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wrap="none" rtlCol="0" anchor="ctr"/>
            <a:lstStyle/>
            <a:p>
              <a:pPr algn="ctr"/>
              <a:r>
                <a:rPr lang="pt-BR" sz="2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Montserrat" pitchFamily="2" charset="0"/>
                </a:rPr>
                <a:t>Telecom</a:t>
              </a:r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77A36052-D5E0-527D-7D67-D2FBA2AB7D37}"/>
                </a:ext>
              </a:extLst>
            </p:cNvPr>
            <p:cNvSpPr/>
            <p:nvPr/>
          </p:nvSpPr>
          <p:spPr>
            <a:xfrm>
              <a:off x="5876740" y="3065186"/>
              <a:ext cx="80120" cy="8012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5399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ABDEF66-EEA5-7EE9-7F90-11715F157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9C84ADC-48A8-C41C-3FC5-F32CE8AA20C3}"/>
              </a:ext>
            </a:extLst>
          </p:cNvPr>
          <p:cNvSpPr txBox="1"/>
          <p:nvPr/>
        </p:nvSpPr>
        <p:spPr>
          <a:xfrm>
            <a:off x="1166911" y="423393"/>
            <a:ext cx="6063229" cy="830997"/>
          </a:xfrm>
          <a:prstGeom prst="rect">
            <a:avLst/>
          </a:prstGeom>
          <a:noFill/>
        </p:spPr>
        <p:txBody>
          <a:bodyPr wrap="square" lIns="359977">
            <a:spAutoFit/>
          </a:bodyPr>
          <a:lstStyle>
            <a:defPPr>
              <a:defRPr lang="en-US"/>
            </a:defPPr>
            <a:lvl1pPr>
              <a:defRPr sz="2400" b="1">
                <a:solidFill>
                  <a:srgbClr val="009DD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sz="4800" dirty="0">
                <a:solidFill>
                  <a:schemeClr val="bg1"/>
                </a:solidFill>
                <a:latin typeface="Montserrat" pitchFamily="2" charset="0"/>
              </a:rPr>
              <a:t>Nossos Valores</a:t>
            </a:r>
          </a:p>
        </p:txBody>
      </p:sp>
      <p:sp>
        <p:nvSpPr>
          <p:cNvPr id="18" name="Espaço Reservado para Conteúdo 2">
            <a:extLst>
              <a:ext uri="{FF2B5EF4-FFF2-40B4-BE49-F238E27FC236}">
                <a16:creationId xmlns:a16="http://schemas.microsoft.com/office/drawing/2014/main" id="{25B8F603-1B1C-F9FA-93B4-AC2609A058F5}"/>
              </a:ext>
            </a:extLst>
          </p:cNvPr>
          <p:cNvSpPr txBox="1">
            <a:spLocks/>
          </p:cNvSpPr>
          <p:nvPr/>
        </p:nvSpPr>
        <p:spPr>
          <a:xfrm>
            <a:off x="2385417" y="2362590"/>
            <a:ext cx="4911853" cy="3469044"/>
          </a:xfrm>
        </p:spPr>
        <p:txBody>
          <a:bodyPr/>
          <a:lstStyle>
            <a:lvl1pPr marL="0" indent="0" algn="ctr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54" indent="0" algn="ctr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09" indent="0" algn="ctr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063" indent="0" algn="ctr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417" indent="0" algn="ctr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771" indent="0" algn="ctr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126" indent="0" algn="ctr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480" indent="0" algn="ctr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4834" indent="0" algn="ctr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400" b="1" dirty="0">
                <a:solidFill>
                  <a:srgbClr val="007BD1"/>
                </a:solidFill>
              </a:rPr>
              <a:t>Inovar</a:t>
            </a:r>
            <a:r>
              <a:rPr lang="pt-BR" sz="2400" dirty="0">
                <a:solidFill>
                  <a:srgbClr val="007BD1"/>
                </a:solidFill>
              </a:rPr>
              <a:t> </a:t>
            </a:r>
          </a:p>
          <a:p>
            <a:pPr algn="l"/>
            <a:r>
              <a:rPr lang="pt-BR" sz="2400" dirty="0">
                <a:latin typeface="Montserrat" pitchFamily="2" charset="0"/>
              </a:rPr>
              <a:t>transformando ideias em soluções, através da busca incessante por novas tecnologias de forma a gerar valor para todos os envolvidos. </a:t>
            </a:r>
          </a:p>
          <a:p>
            <a:pPr algn="l"/>
            <a:endParaRPr lang="pt-BR" sz="2400" dirty="0"/>
          </a:p>
        </p:txBody>
      </p:sp>
      <p:sp>
        <p:nvSpPr>
          <p:cNvPr id="19" name="Espaço Reservado para Conteúdo 2">
            <a:extLst>
              <a:ext uri="{FF2B5EF4-FFF2-40B4-BE49-F238E27FC236}">
                <a16:creationId xmlns:a16="http://schemas.microsoft.com/office/drawing/2014/main" id="{BF99970F-D606-8A07-9E93-C7C0F6B76BEF}"/>
              </a:ext>
            </a:extLst>
          </p:cNvPr>
          <p:cNvSpPr txBox="1">
            <a:spLocks/>
          </p:cNvSpPr>
          <p:nvPr/>
        </p:nvSpPr>
        <p:spPr>
          <a:xfrm>
            <a:off x="9454163" y="2362590"/>
            <a:ext cx="5601586" cy="34690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sz="2500" kern="1200" baseline="0">
                <a:solidFill>
                  <a:srgbClr val="54565A"/>
                </a:solidFill>
                <a:latin typeface="Montserrat" pitchFamily="2" charset="77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4400" b="1" dirty="0">
                <a:solidFill>
                  <a:srgbClr val="007BD1"/>
                </a:solidFill>
              </a:rPr>
              <a:t>Honestidade e Transparência</a:t>
            </a:r>
            <a:r>
              <a:rPr lang="pt-BR" sz="4400" dirty="0">
                <a:solidFill>
                  <a:srgbClr val="007BD1"/>
                </a:solidFill>
              </a:rPr>
              <a:t> </a:t>
            </a:r>
          </a:p>
          <a:p>
            <a:r>
              <a:rPr lang="pt-BR" sz="2400" dirty="0">
                <a:solidFill>
                  <a:schemeClr val="tx1"/>
                </a:solidFill>
              </a:rPr>
              <a:t>são princípios fundamentais para uma relação justa e duradoura com colaboradores, clientes e parceiros.</a:t>
            </a:r>
          </a:p>
          <a:p>
            <a:endParaRPr lang="pt-BR" sz="2400" dirty="0"/>
          </a:p>
        </p:txBody>
      </p:sp>
      <p:sp>
        <p:nvSpPr>
          <p:cNvPr id="20" name="Espaço Reservado para Conteúdo 2">
            <a:extLst>
              <a:ext uri="{FF2B5EF4-FFF2-40B4-BE49-F238E27FC236}">
                <a16:creationId xmlns:a16="http://schemas.microsoft.com/office/drawing/2014/main" id="{00F11CFE-AF2A-1899-2196-8DE92C62CB50}"/>
              </a:ext>
            </a:extLst>
          </p:cNvPr>
          <p:cNvSpPr txBox="1">
            <a:spLocks/>
          </p:cNvSpPr>
          <p:nvPr/>
        </p:nvSpPr>
        <p:spPr>
          <a:xfrm>
            <a:off x="17501008" y="2362590"/>
            <a:ext cx="5601586" cy="34690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sz="2500" kern="1200" baseline="0">
                <a:solidFill>
                  <a:srgbClr val="54565A"/>
                </a:solidFill>
                <a:latin typeface="Montserrat" pitchFamily="2" charset="77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4400" b="1" dirty="0">
                <a:solidFill>
                  <a:srgbClr val="007BD1"/>
                </a:solidFill>
              </a:rPr>
              <a:t>Respeito</a:t>
            </a:r>
            <a:r>
              <a:rPr lang="pt-BR" sz="4400" dirty="0">
                <a:solidFill>
                  <a:srgbClr val="007BD1"/>
                </a:solidFill>
              </a:rPr>
              <a:t> </a:t>
            </a:r>
          </a:p>
          <a:p>
            <a:r>
              <a:rPr lang="pt-BR" sz="2400" dirty="0">
                <a:solidFill>
                  <a:schemeClr val="tx1"/>
                </a:solidFill>
              </a:rPr>
              <a:t>é se colocar no lugar do outro, entender os limites estabelecidos e promover a convivência em harmonia.</a:t>
            </a:r>
            <a:endParaRPr lang="pt-BR" sz="2400" dirty="0"/>
          </a:p>
        </p:txBody>
      </p:sp>
      <p:sp>
        <p:nvSpPr>
          <p:cNvPr id="21" name="Espaço Reservado para Conteúdo 2">
            <a:extLst>
              <a:ext uri="{FF2B5EF4-FFF2-40B4-BE49-F238E27FC236}">
                <a16:creationId xmlns:a16="http://schemas.microsoft.com/office/drawing/2014/main" id="{8E0997E4-99D5-05CB-5F60-02CA9ACBA6DE}"/>
              </a:ext>
            </a:extLst>
          </p:cNvPr>
          <p:cNvSpPr txBox="1">
            <a:spLocks/>
          </p:cNvSpPr>
          <p:nvPr/>
        </p:nvSpPr>
        <p:spPr>
          <a:xfrm>
            <a:off x="2385419" y="6260592"/>
            <a:ext cx="4911852" cy="34690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sz="2500" kern="1200" baseline="0">
                <a:solidFill>
                  <a:srgbClr val="54565A"/>
                </a:solidFill>
                <a:latin typeface="Montserrat" pitchFamily="2" charset="77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4400" b="1" dirty="0">
                <a:solidFill>
                  <a:srgbClr val="006EB6"/>
                </a:solidFill>
              </a:rPr>
              <a:t>Padrão de Qualidade </a:t>
            </a:r>
            <a:r>
              <a:rPr lang="pt-BR" sz="2400" dirty="0">
                <a:solidFill>
                  <a:srgbClr val="006EB6"/>
                </a:solidFill>
              </a:rPr>
              <a:t> </a:t>
            </a:r>
          </a:p>
          <a:p>
            <a:r>
              <a:rPr lang="pt-BR" sz="2400" dirty="0">
                <a:solidFill>
                  <a:schemeClr val="tx1"/>
                </a:solidFill>
              </a:rPr>
              <a:t>é saber que a nossa empresa trabalha com fabricantes e clientes de padrão mundial e que não fornecemos nada fora desta regra.</a:t>
            </a:r>
            <a:endParaRPr lang="pt-BR" sz="2400" dirty="0"/>
          </a:p>
        </p:txBody>
      </p:sp>
      <p:sp>
        <p:nvSpPr>
          <p:cNvPr id="22" name="Espaço Reservado para Conteúdo 2">
            <a:extLst>
              <a:ext uri="{FF2B5EF4-FFF2-40B4-BE49-F238E27FC236}">
                <a16:creationId xmlns:a16="http://schemas.microsoft.com/office/drawing/2014/main" id="{C7FC3171-C535-CD16-DB47-5C57FE6CED95}"/>
              </a:ext>
            </a:extLst>
          </p:cNvPr>
          <p:cNvSpPr txBox="1">
            <a:spLocks/>
          </p:cNvSpPr>
          <p:nvPr/>
        </p:nvSpPr>
        <p:spPr>
          <a:xfrm>
            <a:off x="9454163" y="6260592"/>
            <a:ext cx="6609293" cy="34690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sz="2500" kern="1200" baseline="0">
                <a:solidFill>
                  <a:srgbClr val="54565A"/>
                </a:solidFill>
                <a:latin typeface="Montserrat" pitchFamily="2" charset="77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4400" b="1" dirty="0">
                <a:solidFill>
                  <a:srgbClr val="007BD1"/>
                </a:solidFill>
              </a:rPr>
              <a:t>Comprometimento </a:t>
            </a:r>
          </a:p>
          <a:p>
            <a:r>
              <a:rPr lang="pt-BR" sz="2400" dirty="0">
                <a:solidFill>
                  <a:schemeClr val="tx1"/>
                </a:solidFill>
              </a:rPr>
              <a:t>é a identificação com os valores da empresa é chave para o sucesso do negócio.</a:t>
            </a:r>
            <a:endParaRPr lang="pt-BR" sz="2400" dirty="0"/>
          </a:p>
        </p:txBody>
      </p:sp>
      <p:pic>
        <p:nvPicPr>
          <p:cNvPr id="23" name="Imagem 22" descr="Ícone&#10;&#10;Descrição gerada automaticamente">
            <a:extLst>
              <a:ext uri="{FF2B5EF4-FFF2-40B4-BE49-F238E27FC236}">
                <a16:creationId xmlns:a16="http://schemas.microsoft.com/office/drawing/2014/main" id="{31BB038C-5018-17B5-D6D3-76F0C0BC6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819" y="2116968"/>
            <a:ext cx="989442" cy="989442"/>
          </a:xfrm>
          <a:prstGeom prst="rect">
            <a:avLst/>
          </a:prstGeom>
        </p:spPr>
      </p:pic>
      <p:pic>
        <p:nvPicPr>
          <p:cNvPr id="24" name="Imagem 23" descr="Ícone&#10;&#10;Descrição gerada automaticamente">
            <a:extLst>
              <a:ext uri="{FF2B5EF4-FFF2-40B4-BE49-F238E27FC236}">
                <a16:creationId xmlns:a16="http://schemas.microsoft.com/office/drawing/2014/main" id="{B3825A93-6D40-6106-9377-BE447357E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7715" y="2225862"/>
            <a:ext cx="771655" cy="771655"/>
          </a:xfrm>
          <a:prstGeom prst="rect">
            <a:avLst/>
          </a:prstGeom>
        </p:spPr>
      </p:pic>
      <p:pic>
        <p:nvPicPr>
          <p:cNvPr id="25" name="Imagem 24" descr="Ícone&#10;&#10;Descrição gerada automaticamente">
            <a:extLst>
              <a:ext uri="{FF2B5EF4-FFF2-40B4-BE49-F238E27FC236}">
                <a16:creationId xmlns:a16="http://schemas.microsoft.com/office/drawing/2014/main" id="{2390EE8C-F4FE-2ED2-6216-769FA7A825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06415" y="2150265"/>
            <a:ext cx="922848" cy="922848"/>
          </a:xfrm>
          <a:prstGeom prst="rect">
            <a:avLst/>
          </a:prstGeom>
        </p:spPr>
      </p:pic>
      <p:pic>
        <p:nvPicPr>
          <p:cNvPr id="26" name="Imagem 25" descr="Ícone&#10;&#10;Descrição gerada automaticamente">
            <a:extLst>
              <a:ext uri="{FF2B5EF4-FFF2-40B4-BE49-F238E27FC236}">
                <a16:creationId xmlns:a16="http://schemas.microsoft.com/office/drawing/2014/main" id="{035235A3-DA82-A51A-40DE-9A2F23DE12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98266" y="6195278"/>
            <a:ext cx="830997" cy="830997"/>
          </a:xfrm>
          <a:prstGeom prst="rect">
            <a:avLst/>
          </a:prstGeom>
        </p:spPr>
      </p:pic>
      <p:pic>
        <p:nvPicPr>
          <p:cNvPr id="27" name="Imagem 26" descr="Ícone&#10;&#10;Descrição gerada automaticamente">
            <a:extLst>
              <a:ext uri="{FF2B5EF4-FFF2-40B4-BE49-F238E27FC236}">
                <a16:creationId xmlns:a16="http://schemas.microsoft.com/office/drawing/2014/main" id="{FC7B3FD3-1524-A087-6653-F908BADF19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2813" y="6081419"/>
            <a:ext cx="1058715" cy="1058715"/>
          </a:xfrm>
          <a:prstGeom prst="rect">
            <a:avLst/>
          </a:prstGeom>
        </p:spPr>
      </p:pic>
      <p:pic>
        <p:nvPicPr>
          <p:cNvPr id="28" name="Imagem 27" descr="Ícone&#10;&#10;Descrição gerada automaticamente">
            <a:extLst>
              <a:ext uri="{FF2B5EF4-FFF2-40B4-BE49-F238E27FC236}">
                <a16:creationId xmlns:a16="http://schemas.microsoft.com/office/drawing/2014/main" id="{00C40D50-C19F-B3D8-FA61-90D283878A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9041" y="6195278"/>
            <a:ext cx="830997" cy="830997"/>
          </a:xfrm>
          <a:prstGeom prst="rect">
            <a:avLst/>
          </a:prstGeom>
        </p:spPr>
      </p:pic>
      <p:sp>
        <p:nvSpPr>
          <p:cNvPr id="29" name="Espaço Reservado para Conteúdo 2">
            <a:extLst>
              <a:ext uri="{FF2B5EF4-FFF2-40B4-BE49-F238E27FC236}">
                <a16:creationId xmlns:a16="http://schemas.microsoft.com/office/drawing/2014/main" id="{CCAF20E3-DC87-EA80-5D22-2DFBC2817445}"/>
              </a:ext>
            </a:extLst>
          </p:cNvPr>
          <p:cNvSpPr txBox="1">
            <a:spLocks/>
          </p:cNvSpPr>
          <p:nvPr/>
        </p:nvSpPr>
        <p:spPr>
          <a:xfrm>
            <a:off x="3838215" y="10482787"/>
            <a:ext cx="7839322" cy="16199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sz="2500" kern="1200" baseline="0">
                <a:solidFill>
                  <a:srgbClr val="54565A"/>
                </a:solidFill>
                <a:latin typeface="Montserrat" pitchFamily="2" charset="77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4400" b="1" dirty="0">
                <a:solidFill>
                  <a:srgbClr val="006EB6"/>
                </a:solidFill>
              </a:rPr>
              <a:t>Propósito</a:t>
            </a:r>
          </a:p>
          <a:p>
            <a:r>
              <a:rPr lang="pt-BR" sz="2400" b="1" dirty="0">
                <a:solidFill>
                  <a:schemeClr val="tx1"/>
                </a:solidFill>
              </a:rPr>
              <a:t>Inovação tecnológica orientada a resultados.</a:t>
            </a:r>
            <a:endParaRPr lang="pt-BR" sz="2400" b="1" dirty="0"/>
          </a:p>
        </p:txBody>
      </p:sp>
      <p:sp>
        <p:nvSpPr>
          <p:cNvPr id="30" name="Espaço Reservado para Conteúdo 2">
            <a:extLst>
              <a:ext uri="{FF2B5EF4-FFF2-40B4-BE49-F238E27FC236}">
                <a16:creationId xmlns:a16="http://schemas.microsoft.com/office/drawing/2014/main" id="{1021A720-ADA8-AE32-418C-BDB406F394C7}"/>
              </a:ext>
            </a:extLst>
          </p:cNvPr>
          <p:cNvSpPr txBox="1">
            <a:spLocks/>
          </p:cNvSpPr>
          <p:nvPr/>
        </p:nvSpPr>
        <p:spPr>
          <a:xfrm>
            <a:off x="13260510" y="10482787"/>
            <a:ext cx="8766033" cy="16199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sz="2500" kern="1200" baseline="0">
                <a:solidFill>
                  <a:srgbClr val="54565A"/>
                </a:solidFill>
                <a:latin typeface="Montserrat" pitchFamily="2" charset="77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4400" b="1" dirty="0">
                <a:solidFill>
                  <a:srgbClr val="006EB6"/>
                </a:solidFill>
              </a:rPr>
              <a:t>Visão</a:t>
            </a:r>
          </a:p>
          <a:p>
            <a:pPr>
              <a:lnSpc>
                <a:spcPct val="120000"/>
              </a:lnSpc>
            </a:pPr>
            <a:r>
              <a:rPr lang="pt-BR" sz="24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Ter uma estrutura local nos países relevantes da América Latina, no segmento de Mineração e Metais de forma autossustentável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Montserrat" pitchFamily="2" charset="0"/>
              </a:rPr>
              <a:t>.</a:t>
            </a:r>
            <a:endParaRPr lang="pt-BR" sz="2400" b="1" dirty="0">
              <a:latin typeface="Montserrat" pitchFamily="2" charset="0"/>
            </a:endParaRPr>
          </a:p>
        </p:txBody>
      </p:sp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4098707C-C58F-5935-D01F-D000FBF8A1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92155" y="11292766"/>
            <a:ext cx="749337" cy="749337"/>
          </a:xfrm>
          <a:prstGeom prst="rect">
            <a:avLst/>
          </a:prstGeom>
        </p:spPr>
      </p:pic>
      <p:pic>
        <p:nvPicPr>
          <p:cNvPr id="32" name="Imagem 31" descr="Logotipo, nome da empresa&#10;&#10;Descrição gerada automaticamente">
            <a:extLst>
              <a:ext uri="{FF2B5EF4-FFF2-40B4-BE49-F238E27FC236}">
                <a16:creationId xmlns:a16="http://schemas.microsoft.com/office/drawing/2014/main" id="{34CA477D-830A-3C68-5A0B-D751B17FD90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414450" y="11292767"/>
            <a:ext cx="749337" cy="749337"/>
          </a:xfrm>
          <a:prstGeom prst="rect">
            <a:avLst/>
          </a:prstGeom>
        </p:spPr>
      </p:pic>
      <p:sp>
        <p:nvSpPr>
          <p:cNvPr id="48" name="Espaço Reservado para Conteúdo 2">
            <a:extLst>
              <a:ext uri="{FF2B5EF4-FFF2-40B4-BE49-F238E27FC236}">
                <a16:creationId xmlns:a16="http://schemas.microsoft.com/office/drawing/2014/main" id="{CB7ABA5D-9C03-CA00-087E-68DAF3A7526B}"/>
              </a:ext>
            </a:extLst>
          </p:cNvPr>
          <p:cNvSpPr txBox="1">
            <a:spLocks/>
          </p:cNvSpPr>
          <p:nvPr/>
        </p:nvSpPr>
        <p:spPr>
          <a:xfrm>
            <a:off x="17501008" y="6260592"/>
            <a:ext cx="5895577" cy="258263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sz="2500" kern="1200" baseline="0">
                <a:solidFill>
                  <a:srgbClr val="54565A"/>
                </a:solidFill>
                <a:latin typeface="Montserrat" pitchFamily="2" charset="77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4400" b="1" dirty="0">
                <a:solidFill>
                  <a:srgbClr val="007BD1"/>
                </a:solidFill>
              </a:rPr>
              <a:t>Valorizar a vida</a:t>
            </a:r>
            <a:r>
              <a:rPr lang="pt-BR" sz="4400" dirty="0">
                <a:solidFill>
                  <a:srgbClr val="007BD1"/>
                </a:solidFill>
              </a:rPr>
              <a:t> </a:t>
            </a:r>
          </a:p>
          <a:p>
            <a:r>
              <a:rPr lang="pt-BR" sz="2400" dirty="0">
                <a:solidFill>
                  <a:schemeClr val="tx1"/>
                </a:solidFill>
              </a:rPr>
              <a:t>É promover qualidade de vida primando pela saúde, segurança e bem estar de todos.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004903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E81CA5A-7EA0-F3AE-2564-252ADEE13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D5C0C67-5AB0-7DB2-8A5E-65BDE87BFCBC}"/>
              </a:ext>
            </a:extLst>
          </p:cNvPr>
          <p:cNvSpPr txBox="1"/>
          <p:nvPr/>
        </p:nvSpPr>
        <p:spPr>
          <a:xfrm>
            <a:off x="1166911" y="423393"/>
            <a:ext cx="6020286" cy="830997"/>
          </a:xfrm>
          <a:prstGeom prst="rect">
            <a:avLst/>
          </a:prstGeom>
          <a:noFill/>
        </p:spPr>
        <p:txBody>
          <a:bodyPr wrap="square" lIns="359977">
            <a:spAutoFit/>
          </a:bodyPr>
          <a:lstStyle>
            <a:defPPr>
              <a:defRPr lang="en-US"/>
            </a:defPPr>
            <a:lvl1pPr>
              <a:defRPr sz="2400" b="1">
                <a:solidFill>
                  <a:srgbClr val="009DD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sz="4800" dirty="0">
                <a:solidFill>
                  <a:schemeClr val="bg1"/>
                </a:solidFill>
                <a:latin typeface="Montserrat" pitchFamily="2" charset="0"/>
              </a:rPr>
              <a:t>Contextualização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9568A6A-C440-3B4B-B757-95694475C676}"/>
              </a:ext>
            </a:extLst>
          </p:cNvPr>
          <p:cNvSpPr txBox="1">
            <a:spLocks/>
          </p:cNvSpPr>
          <p:nvPr/>
        </p:nvSpPr>
        <p:spPr>
          <a:xfrm>
            <a:off x="1676291" y="2686050"/>
            <a:ext cx="21029831" cy="10062796"/>
          </a:xfrm>
        </p:spPr>
        <p:txBody>
          <a:bodyPr/>
          <a:lstStyle>
            <a:lvl1pPr marL="0" indent="0" algn="ctr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54" indent="0" algn="ctr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09" indent="0" algn="ctr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063" indent="0" algn="ctr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417" indent="0" algn="ctr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771" indent="0" algn="ctr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126" indent="0" algn="ctr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480" indent="0" algn="ctr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4834" indent="0" algn="ctr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/>
          </a:p>
        </p:txBody>
      </p:sp>
      <p:sp>
        <p:nvSpPr>
          <p:cNvPr id="27" name="Espaço Reservado para Conteúdo 26">
            <a:extLst>
              <a:ext uri="{FF2B5EF4-FFF2-40B4-BE49-F238E27FC236}">
                <a16:creationId xmlns:a16="http://schemas.microsoft.com/office/drawing/2014/main" id="{1AC84DC8-CB24-A5BC-A290-6B3873AAB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291" y="2686050"/>
            <a:ext cx="21029831" cy="10062796"/>
          </a:xfrm>
        </p:spPr>
        <p:txBody>
          <a:bodyPr>
            <a:normAutofit/>
          </a:bodyPr>
          <a:lstStyle/>
          <a:p>
            <a:pPr algn="ctr"/>
            <a:endParaRPr lang="pt-BR" sz="3200" dirty="0"/>
          </a:p>
          <a:p>
            <a:pPr algn="ctr"/>
            <a:endParaRPr lang="pt-BR" sz="3200" dirty="0"/>
          </a:p>
          <a:p>
            <a:pPr algn="ctr"/>
            <a:endParaRPr lang="pt-BR" sz="3200" dirty="0"/>
          </a:p>
          <a:p>
            <a:pPr algn="ctr"/>
            <a:endParaRPr lang="pt-BR" sz="3200" dirty="0"/>
          </a:p>
          <a:p>
            <a:pPr algn="ctr"/>
            <a:endParaRPr lang="pt-BR" sz="3200" dirty="0"/>
          </a:p>
          <a:p>
            <a:pPr algn="ctr"/>
            <a:endParaRPr lang="pt-BR" sz="3200" dirty="0"/>
          </a:p>
          <a:p>
            <a:pPr algn="ctr"/>
            <a:endParaRPr lang="pt-BR" sz="3200" dirty="0"/>
          </a:p>
          <a:p>
            <a:pPr algn="ctr"/>
            <a:r>
              <a:rPr lang="pt-BR" sz="3200" dirty="0"/>
              <a:t>Em caso de mais conteúdo basta duplicar este slide!</a:t>
            </a:r>
          </a:p>
        </p:txBody>
      </p:sp>
    </p:spTree>
    <p:extLst>
      <p:ext uri="{BB962C8B-B14F-4D97-AF65-F5344CB8AC3E}">
        <p14:creationId xmlns:p14="http://schemas.microsoft.com/office/powerpoint/2010/main" val="2318960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64592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TECWIS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0" marR="0" indent="0" algn="r" defTabSz="1828709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sz="3300" b="1" i="0" strike="noStrike" baseline="0" dirty="0" smtClean="0">
            <a:solidFill>
              <a:srgbClr val="00A3E5"/>
            </a:solidFill>
            <a:latin typeface="Montserrat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A TECWISE" id="{EFC776D6-9392-1F44-B85B-C6EEF62BFC79}" vid="{B956AA88-D022-3A4E-8945-014FBF61705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A22C412C607EC4590EC7AB162A55B0E" ma:contentTypeVersion="16" ma:contentTypeDescription="Crie um novo documento." ma:contentTypeScope="" ma:versionID="2af0daf3ed5764702ae2074622c6eac7">
  <xsd:schema xmlns:xsd="http://www.w3.org/2001/XMLSchema" xmlns:xs="http://www.w3.org/2001/XMLSchema" xmlns:p="http://schemas.microsoft.com/office/2006/metadata/properties" xmlns:ns2="3681895e-8fca-4941-aa1a-bbadcab06a5b" xmlns:ns3="ba5b7bbb-98ae-43da-94cf-c93384f7f450" targetNamespace="http://schemas.microsoft.com/office/2006/metadata/properties" ma:root="true" ma:fieldsID="1417c6a86d0ebd1367d923b10695f4ba" ns2:_="" ns3:_="">
    <xsd:import namespace="3681895e-8fca-4941-aa1a-bbadcab06a5b"/>
    <xsd:import namespace="ba5b7bbb-98ae-43da-94cf-c93384f7f450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MediaLengthInSecond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81895e-8fca-4941-aa1a-bbadcab06a5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7470d2a-cde1-40da-bc26-752495a03ea0}" ma:internalName="TaxCatchAll" ma:showField="CatchAllData" ma:web="3681895e-8fca-4941-aa1a-bbadcab06a5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5b7bbb-98ae-43da-94cf-c93384f7f4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54401e-ca73-4a01-8d3c-1f74cafcbc5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681895e-8fca-4941-aa1a-bbadcab06a5b" xsi:nil="true"/>
    <lcf76f155ced4ddcb4097134ff3c332f xmlns="ba5b7bbb-98ae-43da-94cf-c93384f7f45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2E92E07-4B9A-44D3-B2FA-ADF4F91373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81895e-8fca-4941-aa1a-bbadcab06a5b"/>
    <ds:schemaRef ds:uri="ba5b7bbb-98ae-43da-94cf-c93384f7f45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15788C0-2073-4E66-977E-EAB7B3F3A4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1766080-428D-4BB8-A656-A4597F730DFF}">
  <ds:schemaRefs>
    <ds:schemaRef ds:uri="http://www.w3.org/XML/1998/namespace"/>
    <ds:schemaRef ds:uri="http://purl.org/dc/elements/1.1/"/>
    <ds:schemaRef ds:uri="3681895e-8fca-4941-aa1a-bbadcab06a5b"/>
    <ds:schemaRef ds:uri="http://schemas.microsoft.com/office/2006/metadata/properties"/>
    <ds:schemaRef ds:uri="8963fe54-4cc3-4763-ac21-bed1713fa2cc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ba5b7bbb-98ae-43da-94cf-c93384f7f45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TEMA TECWISE</Template>
  <TotalTime>41722</TotalTime>
  <Words>267</Words>
  <Application>Microsoft Office PowerPoint</Application>
  <PresentationFormat>Personalizar</PresentationFormat>
  <Paragraphs>44</Paragraphs>
  <Slides>5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Aptos</vt:lpstr>
      <vt:lpstr>Arial</vt:lpstr>
      <vt:lpstr>Montserrat</vt:lpstr>
      <vt:lpstr>TEMA TECWISE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Microsoft Office User</dc:creator>
  <cp:lastModifiedBy>Eduardo Camargos - TECWISE</cp:lastModifiedBy>
  <cp:revision>36</cp:revision>
  <cp:lastPrinted>2025-04-22T20:07:56Z</cp:lastPrinted>
  <dcterms:created xsi:type="dcterms:W3CDTF">2023-01-31T18:49:10Z</dcterms:created>
  <dcterms:modified xsi:type="dcterms:W3CDTF">2025-05-19T12:13:40Z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0x010100AA22C412C607EC4590EC7AB162A55B0E</vt:lpwstr>
  </property>
  <property fmtid="{D5CDD505-2E9C-101B-9397-08002B2CF9AE}" pid="3" name="MediaServiceImageTags">
    <vt:lpwstr/>
  </property>
</Properties>
</file>