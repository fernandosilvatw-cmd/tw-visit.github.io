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4"/>
  </p:sldMasterIdLst>
  <p:notesMasterIdLst>
    <p:notesMasterId r:id="rId10"/>
  </p:notesMasterIdLst>
  <p:sldIdLst>
    <p:sldId id="256" r:id="rId5"/>
    <p:sldId id="2259" r:id="rId6"/>
    <p:sldId id="2267" r:id="rId7"/>
    <p:sldId id="2268" r:id="rId8"/>
    <p:sldId id="2218" r:id="rId9"/>
  </p:sldIdLst>
  <p:sldSz cx="24382413" cy="13716000"/>
  <p:notesSz cx="6858000" cy="9144000"/>
  <p:defaultTextStyle>
    <a:defPPr>
      <a:defRPr lang="pt-BR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B6"/>
    <a:srgbClr val="006EB7"/>
    <a:srgbClr val="00326F"/>
    <a:srgbClr val="006BAF"/>
    <a:srgbClr val="939196"/>
    <a:srgbClr val="F5AC04"/>
    <a:srgbClr val="473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AC11E-3663-4D31-8CC4-A87E5E82FAA8}" v="90" dt="2025-06-09T15:58:12.1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93162" autoAdjust="0"/>
  </p:normalViewPr>
  <p:slideViewPr>
    <p:cSldViewPr snapToGrid="0" snapToObjects="1">
      <p:cViewPr varScale="1">
        <p:scale>
          <a:sx n="46" d="100"/>
          <a:sy n="46" d="100"/>
        </p:scale>
        <p:origin x="10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vian Matias - TECWISE" userId="fd50b48e-d674-4bdf-bcd6-2bf35cac6058" providerId="ADAL" clId="{136AC11E-3663-4D31-8CC4-A87E5E82FAA8}"/>
    <pc:docChg chg="undo custSel modSld">
      <pc:chgData name="Livian Matias - TECWISE" userId="fd50b48e-d674-4bdf-bcd6-2bf35cac6058" providerId="ADAL" clId="{136AC11E-3663-4D31-8CC4-A87E5E82FAA8}" dt="2025-06-09T15:58:14.529" v="220" actId="14100"/>
      <pc:docMkLst>
        <pc:docMk/>
      </pc:docMkLst>
      <pc:sldChg chg="setBg">
        <pc:chgData name="Livian Matias - TECWISE" userId="fd50b48e-d674-4bdf-bcd6-2bf35cac6058" providerId="ADAL" clId="{136AC11E-3663-4D31-8CC4-A87E5E82FAA8}" dt="2025-06-09T14:38:36.587" v="1"/>
        <pc:sldMkLst>
          <pc:docMk/>
          <pc:sldMk cId="3640709495" sldId="256"/>
        </pc:sldMkLst>
      </pc:sldChg>
      <pc:sldChg chg="setBg">
        <pc:chgData name="Livian Matias - TECWISE" userId="fd50b48e-d674-4bdf-bcd6-2bf35cac6058" providerId="ADAL" clId="{136AC11E-3663-4D31-8CC4-A87E5E82FAA8}" dt="2025-06-09T14:45:11.437" v="15"/>
        <pc:sldMkLst>
          <pc:docMk/>
          <pc:sldMk cId="4046459247" sldId="2218"/>
        </pc:sldMkLst>
      </pc:sldChg>
      <pc:sldChg chg="addSp delSp modSp mod setBg">
        <pc:chgData name="Livian Matias - TECWISE" userId="fd50b48e-d674-4bdf-bcd6-2bf35cac6058" providerId="ADAL" clId="{136AC11E-3663-4D31-8CC4-A87E5E82FAA8}" dt="2025-06-09T14:50:56.585" v="61"/>
        <pc:sldMkLst>
          <pc:docMk/>
          <pc:sldMk cId="1705399451" sldId="2259"/>
        </pc:sldMkLst>
        <pc:spChg chg="mod">
          <ac:chgData name="Livian Matias - TECWISE" userId="fd50b48e-d674-4bdf-bcd6-2bf35cac6058" providerId="ADAL" clId="{136AC11E-3663-4D31-8CC4-A87E5E82FAA8}" dt="2025-06-09T14:50:56.585" v="61"/>
          <ac:spMkLst>
            <pc:docMk/>
            <pc:sldMk cId="1705399451" sldId="2259"/>
            <ac:spMk id="2" creationId="{E85B9F69-4F5E-9E57-7DC9-0F26E5E6BD70}"/>
          </ac:spMkLst>
        </pc:spChg>
        <pc:spChg chg="add">
          <ac:chgData name="Livian Matias - TECWISE" userId="fd50b48e-d674-4bdf-bcd6-2bf35cac6058" providerId="ADAL" clId="{136AC11E-3663-4D31-8CC4-A87E5E82FAA8}" dt="2025-06-09T14:46:12.465" v="17"/>
          <ac:spMkLst>
            <pc:docMk/>
            <pc:sldMk cId="1705399451" sldId="2259"/>
            <ac:spMk id="5" creationId="{3907D5EC-6B96-45B4-E5D3-0C862914B12C}"/>
          </ac:spMkLst>
        </pc:spChg>
        <pc:spChg chg="mod">
          <ac:chgData name="Livian Matias - TECWISE" userId="fd50b48e-d674-4bdf-bcd6-2bf35cac6058" providerId="ADAL" clId="{136AC11E-3663-4D31-8CC4-A87E5E82FAA8}" dt="2025-06-09T14:47:22.508" v="43" actId="20577"/>
          <ac:spMkLst>
            <pc:docMk/>
            <pc:sldMk cId="1705399451" sldId="2259"/>
            <ac:spMk id="12" creationId="{22B74054-B005-5CFB-FCAF-8995464B9A71}"/>
          </ac:spMkLst>
        </pc:spChg>
        <pc:spChg chg="mod">
          <ac:chgData name="Livian Matias - TECWISE" userId="fd50b48e-d674-4bdf-bcd6-2bf35cac6058" providerId="ADAL" clId="{136AC11E-3663-4D31-8CC4-A87E5E82FAA8}" dt="2025-06-09T14:47:47.259" v="45" actId="1076"/>
          <ac:spMkLst>
            <pc:docMk/>
            <pc:sldMk cId="1705399451" sldId="2259"/>
            <ac:spMk id="15" creationId="{AA8B5392-2DCF-D372-22F2-4A7EC5577339}"/>
          </ac:spMkLst>
        </pc:spChg>
        <pc:spChg chg="mod">
          <ac:chgData name="Livian Matias - TECWISE" userId="fd50b48e-d674-4bdf-bcd6-2bf35cac6058" providerId="ADAL" clId="{136AC11E-3663-4D31-8CC4-A87E5E82FAA8}" dt="2025-06-09T14:49:26.614" v="53" actId="20577"/>
          <ac:spMkLst>
            <pc:docMk/>
            <pc:sldMk cId="1705399451" sldId="2259"/>
            <ac:spMk id="18" creationId="{C8BC41DE-FA89-499F-04F8-695FEA51258E}"/>
          </ac:spMkLst>
        </pc:spChg>
        <pc:spChg chg="add">
          <ac:chgData name="Livian Matias - TECWISE" userId="fd50b48e-d674-4bdf-bcd6-2bf35cac6058" providerId="ADAL" clId="{136AC11E-3663-4D31-8CC4-A87E5E82FAA8}" dt="2025-06-09T14:46:23.735" v="22"/>
          <ac:spMkLst>
            <pc:docMk/>
            <pc:sldMk cId="1705399451" sldId="2259"/>
            <ac:spMk id="23" creationId="{0F280A86-1820-1837-BD02-C14BB0D0A121}"/>
          </ac:spMkLst>
        </pc:spChg>
        <pc:spChg chg="add del mod">
          <ac:chgData name="Livian Matias - TECWISE" userId="fd50b48e-d674-4bdf-bcd6-2bf35cac6058" providerId="ADAL" clId="{136AC11E-3663-4D31-8CC4-A87E5E82FAA8}" dt="2025-06-09T14:46:40.949" v="28" actId="478"/>
          <ac:spMkLst>
            <pc:docMk/>
            <pc:sldMk cId="1705399451" sldId="2259"/>
            <ac:spMk id="24" creationId="{BD1CB13C-0390-0F09-70AB-6CCFC7901044}"/>
          </ac:spMkLst>
        </pc:spChg>
        <pc:spChg chg="add">
          <ac:chgData name="Livian Matias - TECWISE" userId="fd50b48e-d674-4bdf-bcd6-2bf35cac6058" providerId="ADAL" clId="{136AC11E-3663-4D31-8CC4-A87E5E82FAA8}" dt="2025-06-09T14:46:44.379" v="29"/>
          <ac:spMkLst>
            <pc:docMk/>
            <pc:sldMk cId="1705399451" sldId="2259"/>
            <ac:spMk id="25" creationId="{5983102E-66DF-9634-4F06-51ECC6358925}"/>
          </ac:spMkLst>
        </pc:spChg>
      </pc:sldChg>
      <pc:sldChg chg="modSp mod setBg">
        <pc:chgData name="Livian Matias - TECWISE" userId="fd50b48e-d674-4bdf-bcd6-2bf35cac6058" providerId="ADAL" clId="{136AC11E-3663-4D31-8CC4-A87E5E82FAA8}" dt="2025-06-09T15:53:30.239" v="213" actId="20577"/>
        <pc:sldMkLst>
          <pc:docMk/>
          <pc:sldMk cId="3004903757" sldId="2267"/>
        </pc:sldMkLst>
        <pc:spChg chg="mod">
          <ac:chgData name="Livian Matias - TECWISE" userId="fd50b48e-d674-4bdf-bcd6-2bf35cac6058" providerId="ADAL" clId="{136AC11E-3663-4D31-8CC4-A87E5E82FAA8}" dt="2025-06-09T14:51:42.407" v="65"/>
          <ac:spMkLst>
            <pc:docMk/>
            <pc:sldMk cId="3004903757" sldId="2267"/>
            <ac:spMk id="2" creationId="{39C84ADC-48A8-C41C-3FC5-F32CE8AA20C3}"/>
          </ac:spMkLst>
        </pc:spChg>
        <pc:spChg chg="mod">
          <ac:chgData name="Livian Matias - TECWISE" userId="fd50b48e-d674-4bdf-bcd6-2bf35cac6058" providerId="ADAL" clId="{136AC11E-3663-4D31-8CC4-A87E5E82FAA8}" dt="2025-06-09T15:42:02.287" v="79" actId="20577"/>
          <ac:spMkLst>
            <pc:docMk/>
            <pc:sldMk cId="3004903757" sldId="2267"/>
            <ac:spMk id="18" creationId="{25B8F603-1B1C-F9FA-93B4-AC2609A058F5}"/>
          </ac:spMkLst>
        </pc:spChg>
        <pc:spChg chg="mod">
          <ac:chgData name="Livian Matias - TECWISE" userId="fd50b48e-d674-4bdf-bcd6-2bf35cac6058" providerId="ADAL" clId="{136AC11E-3663-4D31-8CC4-A87E5E82FAA8}" dt="2025-06-09T15:44:52.904" v="113" actId="20577"/>
          <ac:spMkLst>
            <pc:docMk/>
            <pc:sldMk cId="3004903757" sldId="2267"/>
            <ac:spMk id="19" creationId="{BF99970F-D606-8A07-9E93-C7C0F6B76BEF}"/>
          </ac:spMkLst>
        </pc:spChg>
        <pc:spChg chg="mod">
          <ac:chgData name="Livian Matias - TECWISE" userId="fd50b48e-d674-4bdf-bcd6-2bf35cac6058" providerId="ADAL" clId="{136AC11E-3663-4D31-8CC4-A87E5E82FAA8}" dt="2025-06-09T15:46:30.396" v="131" actId="20577"/>
          <ac:spMkLst>
            <pc:docMk/>
            <pc:sldMk cId="3004903757" sldId="2267"/>
            <ac:spMk id="20" creationId="{00F11CFE-AF2A-1899-2196-8DE92C62CB50}"/>
          </ac:spMkLst>
        </pc:spChg>
        <pc:spChg chg="mod">
          <ac:chgData name="Livian Matias - TECWISE" userId="fd50b48e-d674-4bdf-bcd6-2bf35cac6058" providerId="ADAL" clId="{136AC11E-3663-4D31-8CC4-A87E5E82FAA8}" dt="2025-06-09T15:51:18.981" v="186" actId="20577"/>
          <ac:spMkLst>
            <pc:docMk/>
            <pc:sldMk cId="3004903757" sldId="2267"/>
            <ac:spMk id="21" creationId="{8E0997E4-99D5-05CB-5F60-02CA9ACBA6DE}"/>
          </ac:spMkLst>
        </pc:spChg>
        <pc:spChg chg="mod">
          <ac:chgData name="Livian Matias - TECWISE" userId="fd50b48e-d674-4bdf-bcd6-2bf35cac6058" providerId="ADAL" clId="{136AC11E-3663-4D31-8CC4-A87E5E82FAA8}" dt="2025-06-09T15:51:16.343" v="185" actId="20577"/>
          <ac:spMkLst>
            <pc:docMk/>
            <pc:sldMk cId="3004903757" sldId="2267"/>
            <ac:spMk id="22" creationId="{C7FC3171-C535-CD16-DB47-5C57FE6CED95}"/>
          </ac:spMkLst>
        </pc:spChg>
        <pc:spChg chg="mod">
          <ac:chgData name="Livian Matias - TECWISE" userId="fd50b48e-d674-4bdf-bcd6-2bf35cac6058" providerId="ADAL" clId="{136AC11E-3663-4D31-8CC4-A87E5E82FAA8}" dt="2025-06-09T15:52:38.709" v="196" actId="20577"/>
          <ac:spMkLst>
            <pc:docMk/>
            <pc:sldMk cId="3004903757" sldId="2267"/>
            <ac:spMk id="29" creationId="{CCAF20E3-DC87-EA80-5D22-2DFBC2817445}"/>
          </ac:spMkLst>
        </pc:spChg>
        <pc:spChg chg="mod">
          <ac:chgData name="Livian Matias - TECWISE" userId="fd50b48e-d674-4bdf-bcd6-2bf35cac6058" providerId="ADAL" clId="{136AC11E-3663-4D31-8CC4-A87E5E82FAA8}" dt="2025-06-09T15:53:30.239" v="213" actId="20577"/>
          <ac:spMkLst>
            <pc:docMk/>
            <pc:sldMk cId="3004903757" sldId="2267"/>
            <ac:spMk id="30" creationId="{1021A720-ADA8-AE32-418C-BDB406F394C7}"/>
          </ac:spMkLst>
        </pc:spChg>
        <pc:spChg chg="mod">
          <ac:chgData name="Livian Matias - TECWISE" userId="fd50b48e-d674-4bdf-bcd6-2bf35cac6058" providerId="ADAL" clId="{136AC11E-3663-4D31-8CC4-A87E5E82FAA8}" dt="2025-06-09T15:51:14.348" v="184" actId="20577"/>
          <ac:spMkLst>
            <pc:docMk/>
            <pc:sldMk cId="3004903757" sldId="2267"/>
            <ac:spMk id="48" creationId="{CB7ABA5D-9C03-CA00-087E-68DAF3A7526B}"/>
          </ac:spMkLst>
        </pc:spChg>
      </pc:sldChg>
      <pc:sldChg chg="modSp mod setBg">
        <pc:chgData name="Livian Matias - TECWISE" userId="fd50b48e-d674-4bdf-bcd6-2bf35cac6058" providerId="ADAL" clId="{136AC11E-3663-4D31-8CC4-A87E5E82FAA8}" dt="2025-06-09T15:58:14.529" v="220" actId="14100"/>
        <pc:sldMkLst>
          <pc:docMk/>
          <pc:sldMk cId="2318960982" sldId="2268"/>
        </pc:sldMkLst>
        <pc:spChg chg="mod">
          <ac:chgData name="Livian Matias - TECWISE" userId="fd50b48e-d674-4bdf-bcd6-2bf35cac6058" providerId="ADAL" clId="{136AC11E-3663-4D31-8CC4-A87E5E82FAA8}" dt="2025-06-09T15:58:14.529" v="220" actId="14100"/>
          <ac:spMkLst>
            <pc:docMk/>
            <pc:sldMk cId="2318960982" sldId="2268"/>
            <ac:spMk id="2" creationId="{BD5C0C67-5AB0-7DB2-8A5E-65BDE87BFCBC}"/>
          </ac:spMkLst>
        </pc:spChg>
        <pc:spChg chg="mod">
          <ac:chgData name="Livian Matias - TECWISE" userId="fd50b48e-d674-4bdf-bcd6-2bf35cac6058" providerId="ADAL" clId="{136AC11E-3663-4D31-8CC4-A87E5E82FAA8}" dt="2025-06-09T14:50:18.254" v="55"/>
          <ac:spMkLst>
            <pc:docMk/>
            <pc:sldMk cId="2318960982" sldId="2268"/>
            <ac:spMk id="27" creationId="{1AC84DC8-CB24-A5BC-A290-6B3873AABC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9C431-11B5-43BB-87CF-DF27C694561C}" type="datetimeFigureOut">
              <a:rPr lang="pt-BR" smtClean="0"/>
              <a:t>09/06/2025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25272-E602-4C2B-B7A0-47CBDA911C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487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25272-E602-4C2B-B7A0-47CBDA911C1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024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25272-E602-4C2B-B7A0-47CBDA911C1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142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6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C53A6BB-1933-1D43-9B20-35B177553F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353564" y="409073"/>
            <a:ext cx="6361113" cy="11541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300" b="1" i="0" baseline="0">
                <a:solidFill>
                  <a:srgbClr val="00A3E5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Tema apresentação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ADF697-FCE4-3D4E-9269-4824E5A1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291" y="2133599"/>
            <a:ext cx="21029831" cy="20859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1" i="0" baseline="0">
                <a:solidFill>
                  <a:srgbClr val="00A3E5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D6BD48-B31B-C44D-BD45-1DD87E29D0E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76291" y="4667250"/>
            <a:ext cx="21029831" cy="80815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500" baseline="0">
                <a:solidFill>
                  <a:srgbClr val="54565A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Clique aqui para adicionar texto</a:t>
            </a:r>
          </a:p>
        </p:txBody>
      </p:sp>
    </p:spTree>
    <p:extLst>
      <p:ext uri="{BB962C8B-B14F-4D97-AF65-F5344CB8AC3E}">
        <p14:creationId xmlns:p14="http://schemas.microsoft.com/office/powerpoint/2010/main" val="90341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2191D6D-AE64-C372-198F-F006C412268C}"/>
              </a:ext>
            </a:extLst>
          </p:cNvPr>
          <p:cNvSpPr/>
          <p:nvPr userDrawn="1"/>
        </p:nvSpPr>
        <p:spPr>
          <a:xfrm>
            <a:off x="0" y="0"/>
            <a:ext cx="24382413" cy="13716000"/>
          </a:xfrm>
          <a:prstGeom prst="rect">
            <a:avLst/>
          </a:prstGeom>
          <a:solidFill>
            <a:srgbClr val="E6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183C991-66D1-8429-FC1E-B55417665D7D}"/>
              </a:ext>
            </a:extLst>
          </p:cNvPr>
          <p:cNvSpPr/>
          <p:nvPr userDrawn="1"/>
        </p:nvSpPr>
        <p:spPr>
          <a:xfrm>
            <a:off x="188380" y="1544320"/>
            <a:ext cx="23990846" cy="11907520"/>
          </a:xfrm>
          <a:prstGeom prst="roundRect">
            <a:avLst>
              <a:gd name="adj" fmla="val 25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2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5D1CA09-D964-7C3D-0024-F1E93B62D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56" t="35627"/>
          <a:stretch/>
        </p:blipFill>
        <p:spPr>
          <a:xfrm>
            <a:off x="11549180" y="-45001"/>
            <a:ext cx="12833233" cy="13657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802" y="2244726"/>
            <a:ext cx="18286810" cy="4775200"/>
          </a:xfrm>
        </p:spPr>
        <p:txBody>
          <a:bodyPr anchor="b"/>
          <a:lstStyle>
            <a:lvl1pPr algn="ctr">
              <a:defRPr sz="11999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802" y="7204076"/>
            <a:ext cx="1828681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8CB6F-E1D3-4955-8558-826310E2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289F1B4-9750-430E-8A90-24EFEF876BA7}" type="datetimeFigureOut">
              <a:rPr lang="LID4096"/>
              <a:pPr>
                <a:defRPr/>
              </a:pPr>
              <a:t>06/09/2025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2DE2F-53AA-421B-B2D3-74306629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9B969-0773-4AC3-90E2-41836232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C3C5BC0-3F4B-4081-B96D-462E2303BA8C}" type="slidenum">
              <a:rPr lang="en-ES"/>
              <a:pPr>
                <a:defRPr/>
              </a:pPr>
              <a:t>‹nº›</a:t>
            </a:fld>
            <a:endParaRPr lang="en-ES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20613A9-464F-1EDE-DC2F-5B8D84DA0905}"/>
              </a:ext>
            </a:extLst>
          </p:cNvPr>
          <p:cNvCxnSpPr/>
          <p:nvPr userDrawn="1"/>
        </p:nvCxnSpPr>
        <p:spPr>
          <a:xfrm>
            <a:off x="20913107" y="180930"/>
            <a:ext cx="0" cy="975972"/>
          </a:xfrm>
          <a:prstGeom prst="line">
            <a:avLst/>
          </a:prstGeom>
          <a:ln w="12700">
            <a:solidFill>
              <a:srgbClr val="00A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 descr="Texto&#10;&#10;Descrição gerada automaticamente com confiança média">
            <a:extLst>
              <a:ext uri="{FF2B5EF4-FFF2-40B4-BE49-F238E27FC236}">
                <a16:creationId xmlns:a16="http://schemas.microsoft.com/office/drawing/2014/main" id="{767B8DBC-3318-7B82-12F3-8EDF5E632A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20"/>
          <a:stretch/>
        </p:blipFill>
        <p:spPr>
          <a:xfrm>
            <a:off x="21407764" y="257903"/>
            <a:ext cx="2511213" cy="8568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724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58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1" r:id="rId2"/>
    <p:sldLayoutId id="2147483793" r:id="rId3"/>
  </p:sldLayoutIdLst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C4CC9D-42B9-919C-32BE-7D824F0AF41B}"/>
              </a:ext>
            </a:extLst>
          </p:cNvPr>
          <p:cNvSpPr txBox="1"/>
          <p:nvPr/>
        </p:nvSpPr>
        <p:spPr>
          <a:xfrm>
            <a:off x="4345030" y="5796171"/>
            <a:ext cx="15692353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600" b="1" dirty="0">
                <a:solidFill>
                  <a:srgbClr val="F5AC04"/>
                </a:solidFill>
                <a:latin typeface="Montserrat"/>
              </a:rPr>
              <a:t>Título 1  - </a:t>
            </a:r>
          </a:p>
          <a:p>
            <a:pPr algn="ctr"/>
            <a:r>
              <a:rPr lang="pt-BR" sz="6600" b="1" dirty="0">
                <a:solidFill>
                  <a:schemeClr val="bg1"/>
                </a:solidFill>
                <a:latin typeface="Montserrat"/>
              </a:rPr>
              <a:t>Título 2</a:t>
            </a:r>
            <a:endParaRPr lang="pt-BR" sz="6600" b="1" i="0" strike="noStrike" baseline="0" dirty="0">
              <a:solidFill>
                <a:schemeClr val="bg1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40709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590EC-C879-115D-ECBE-8122F8D7D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5B9F69-4F5E-9E57-7DC9-0F26E5E6BD70}"/>
              </a:ext>
            </a:extLst>
          </p:cNvPr>
          <p:cNvSpPr txBox="1"/>
          <p:nvPr/>
        </p:nvSpPr>
        <p:spPr>
          <a:xfrm>
            <a:off x="1166911" y="423393"/>
            <a:ext cx="6041963" cy="830997"/>
          </a:xfrm>
          <a:prstGeom prst="rect">
            <a:avLst/>
          </a:prstGeom>
          <a:noFill/>
        </p:spPr>
        <p:txBody>
          <a:bodyPr wrap="square" lIns="359977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9D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4800" dirty="0" err="1">
                <a:solidFill>
                  <a:schemeClr val="bg1"/>
                </a:solidFill>
                <a:latin typeface="Montserrat" pitchFamily="2" charset="0"/>
              </a:rPr>
              <a:t>Nuestra</a:t>
            </a:r>
            <a:r>
              <a:rPr lang="pt-BR" sz="4800" dirty="0">
                <a:solidFill>
                  <a:schemeClr val="bg1"/>
                </a:solidFill>
                <a:latin typeface="Montserrat" pitchFamily="2" charset="0"/>
              </a:rPr>
              <a:t> Historia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C062000-7253-3C1F-F876-0AAAB9AD394F}"/>
              </a:ext>
            </a:extLst>
          </p:cNvPr>
          <p:cNvGrpSpPr/>
          <p:nvPr/>
        </p:nvGrpSpPr>
        <p:grpSpPr>
          <a:xfrm>
            <a:off x="14364929" y="2490867"/>
            <a:ext cx="8699412" cy="10078754"/>
            <a:chOff x="7182932" y="1245291"/>
            <a:chExt cx="4349989" cy="5039705"/>
          </a:xfrm>
        </p:grpSpPr>
        <p:pic>
          <p:nvPicPr>
            <p:cNvPr id="4" name="Imagem 3" descr="Mapa&#10;&#10;Descrição gerada automaticamente">
              <a:extLst>
                <a:ext uri="{FF2B5EF4-FFF2-40B4-BE49-F238E27FC236}">
                  <a16:creationId xmlns:a16="http://schemas.microsoft.com/office/drawing/2014/main" id="{DA51AF12-443F-E4C2-0155-F1AAF5631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2932" y="1245291"/>
              <a:ext cx="4349989" cy="5039705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8AC92777-DC41-61CB-9839-88C3D263A4ED}"/>
                </a:ext>
              </a:extLst>
            </p:cNvPr>
            <p:cNvSpPr/>
            <p:nvPr/>
          </p:nvSpPr>
          <p:spPr>
            <a:xfrm>
              <a:off x="10662338" y="3389400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82B26017-2D42-5272-8458-3503838CCE4D}"/>
                </a:ext>
              </a:extLst>
            </p:cNvPr>
            <p:cNvSpPr/>
            <p:nvPr/>
          </p:nvSpPr>
          <p:spPr>
            <a:xfrm>
              <a:off x="11171890" y="3593906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6357347C-CDA6-A853-358D-749B6344D87A}"/>
                </a:ext>
              </a:extLst>
            </p:cNvPr>
            <p:cNvSpPr/>
            <p:nvPr/>
          </p:nvSpPr>
          <p:spPr>
            <a:xfrm>
              <a:off x="9585076" y="4821421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8A3D5BA6-3ADA-CAB3-29AF-94354BBDFE32}"/>
                </a:ext>
              </a:extLst>
            </p:cNvPr>
            <p:cNvSpPr/>
            <p:nvPr/>
          </p:nvSpPr>
          <p:spPr>
            <a:xfrm>
              <a:off x="10941305" y="4129645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68BC71E-5E36-7030-8BF5-2B7E02CF729E}"/>
                </a:ext>
              </a:extLst>
            </p:cNvPr>
            <p:cNvSpPr/>
            <p:nvPr/>
          </p:nvSpPr>
          <p:spPr>
            <a:xfrm>
              <a:off x="11047443" y="4071729"/>
              <a:ext cx="90000" cy="90000"/>
            </a:xfrm>
            <a:prstGeom prst="ellipse">
              <a:avLst/>
            </a:prstGeom>
            <a:ln>
              <a:solidFill>
                <a:srgbClr val="0000FF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347DA6BC-4E43-A814-0600-555CF2FFE239}"/>
                </a:ext>
              </a:extLst>
            </p:cNvPr>
            <p:cNvSpPr/>
            <p:nvPr/>
          </p:nvSpPr>
          <p:spPr>
            <a:xfrm>
              <a:off x="11131642" y="4155934"/>
              <a:ext cx="90000" cy="900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sz="720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22B74054-B005-5CFB-FCAF-8995464B9A71}"/>
              </a:ext>
            </a:extLst>
          </p:cNvPr>
          <p:cNvSpPr txBox="1">
            <a:spLocks/>
          </p:cNvSpPr>
          <p:nvPr/>
        </p:nvSpPr>
        <p:spPr bwMode="auto">
          <a:xfrm>
            <a:off x="815188" y="3056085"/>
            <a:ext cx="13214716" cy="3446188"/>
          </a:xfrm>
          <a:prstGeom prst="rect">
            <a:avLst/>
          </a:prstGeom>
          <a:noFill/>
        </p:spPr>
        <p:txBody>
          <a:bodyPr wrap="square" lIns="182868" tIns="91434" rIns="182868" bIns="91434" rtlCol="0" anchor="t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 algn="just">
              <a:buNone/>
            </a:pPr>
            <a:r>
              <a:rPr lang="es-ES" sz="2400" dirty="0">
                <a:latin typeface="Montserrat" pitchFamily="2" charset="0"/>
              </a:rPr>
              <a:t>Fundada en 1997, TECWISE trabaja en estrecha colaboración con su base de clientes en el diseño, implementación y soporte de soluciones de integración de comunicaciones y tecnología orientadas al rendimiento; siempre diseñadas para mejorar la eficiencia, la seguridad y la productividad. Desde 2013 forma parte del grupo de empresas </a:t>
            </a:r>
            <a:r>
              <a:rPr lang="es-ES" sz="2400" dirty="0" err="1">
                <a:latin typeface="Montserrat" pitchFamily="2" charset="0"/>
              </a:rPr>
              <a:t>Comms</a:t>
            </a:r>
            <a:r>
              <a:rPr lang="es-ES" sz="2400" dirty="0">
                <a:latin typeface="Montserrat" pitchFamily="2" charset="0"/>
              </a:rPr>
              <a:t> International, sirviendo como su base para LATAM, comprometida en lograr resultados operativos junto a nuestros clientes.</a:t>
            </a:r>
            <a:endParaRPr lang="pt-BR" sz="2400" dirty="0">
              <a:latin typeface="Montserrat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68EA0AA-45EF-B668-841D-B011352E5853}"/>
              </a:ext>
            </a:extLst>
          </p:cNvPr>
          <p:cNvSpPr txBox="1"/>
          <p:nvPr/>
        </p:nvSpPr>
        <p:spPr>
          <a:xfrm>
            <a:off x="15571180" y="7597753"/>
            <a:ext cx="3047629" cy="3353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Vale do Aço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Belo Horizonte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Parauapebas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Vitória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Petrolina</a:t>
            </a:r>
          </a:p>
          <a:p>
            <a:pPr marL="342883" indent="-34288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latin typeface="Montserrat" pitchFamily="2" charset="0"/>
              </a:rPr>
              <a:t>Santiago (Chile) 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8B984BA-0C7B-C31A-5E52-CA2D14B01609}"/>
              </a:ext>
            </a:extLst>
          </p:cNvPr>
          <p:cNvGrpSpPr/>
          <p:nvPr/>
        </p:nvGrpSpPr>
        <p:grpSpPr>
          <a:xfrm>
            <a:off x="3350851" y="8060499"/>
            <a:ext cx="2344017" cy="2563391"/>
            <a:chOff x="5363819" y="1858947"/>
            <a:chExt cx="1131161" cy="1265381"/>
          </a:xfrm>
          <a:solidFill>
            <a:srgbClr val="006EB6"/>
          </a:solidFill>
        </p:grpSpPr>
        <p:sp>
          <p:nvSpPr>
            <p:cNvPr id="15" name="Hexágono 14">
              <a:extLst>
                <a:ext uri="{FF2B5EF4-FFF2-40B4-BE49-F238E27FC236}">
                  <a16:creationId xmlns:a16="http://schemas.microsoft.com/office/drawing/2014/main" id="{AA8B5392-2DCF-D372-22F2-4A7EC5577339}"/>
                </a:ext>
              </a:extLst>
            </p:cNvPr>
            <p:cNvSpPr/>
            <p:nvPr/>
          </p:nvSpPr>
          <p:spPr>
            <a:xfrm rot="16200000">
              <a:off x="5281770" y="1940996"/>
              <a:ext cx="1265381" cy="1101283"/>
            </a:xfrm>
            <a:prstGeom prst="hexagon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none" rtlCol="0" anchor="ctr"/>
            <a:lstStyle/>
            <a:p>
              <a:pPr algn="ctr"/>
              <a:r>
                <a:rPr lang="pt-BR" sz="2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Geoambiental</a:t>
              </a:r>
              <a:endPara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8A731DD-9FCF-855F-84E1-81A7C47AE47B}"/>
                </a:ext>
              </a:extLst>
            </p:cNvPr>
            <p:cNvSpPr/>
            <p:nvPr/>
          </p:nvSpPr>
          <p:spPr>
            <a:xfrm>
              <a:off x="6414860" y="2788357"/>
              <a:ext cx="80120" cy="801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D05F686-8228-2D10-E5EA-2BAE9449958B}"/>
              </a:ext>
            </a:extLst>
          </p:cNvPr>
          <p:cNvGrpSpPr/>
          <p:nvPr/>
        </p:nvGrpSpPr>
        <p:grpSpPr>
          <a:xfrm>
            <a:off x="6120077" y="8060856"/>
            <a:ext cx="2347047" cy="2563033"/>
            <a:chOff x="5353636" y="2488271"/>
            <a:chExt cx="1141344" cy="1265381"/>
          </a:xfrm>
          <a:solidFill>
            <a:srgbClr val="006EB7"/>
          </a:solidFill>
        </p:grpSpPr>
        <p:sp>
          <p:nvSpPr>
            <p:cNvPr id="18" name="Hexágono 17">
              <a:extLst>
                <a:ext uri="{FF2B5EF4-FFF2-40B4-BE49-F238E27FC236}">
                  <a16:creationId xmlns:a16="http://schemas.microsoft.com/office/drawing/2014/main" id="{C8BC41DE-FA89-499F-04F8-695FEA51258E}"/>
                </a:ext>
              </a:extLst>
            </p:cNvPr>
            <p:cNvSpPr/>
            <p:nvPr/>
          </p:nvSpPr>
          <p:spPr>
            <a:xfrm rot="16200000">
              <a:off x="5271587" y="2570320"/>
              <a:ext cx="1265381" cy="1101283"/>
            </a:xfrm>
            <a:prstGeom prst="hexagon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none" rtlCol="0" anchor="ctr"/>
            <a:lstStyle/>
            <a:p>
              <a:pPr algn="ctr"/>
              <a:r>
                <a:rPr lang="pt-BR" sz="2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Digitalización</a:t>
              </a:r>
              <a:endPara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 e </a:t>
              </a:r>
              <a:r>
                <a:rPr lang="pt-BR" sz="2400" dirty="0" err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IIoT</a:t>
              </a:r>
              <a:endPara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B14433D8-92A5-DEC4-F920-0450474F9983}"/>
                </a:ext>
              </a:extLst>
            </p:cNvPr>
            <p:cNvSpPr/>
            <p:nvPr/>
          </p:nvSpPr>
          <p:spPr>
            <a:xfrm>
              <a:off x="6414860" y="2788357"/>
              <a:ext cx="80120" cy="801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6CB57018-7583-A21B-A9F5-4272B7DB4F9B}"/>
              </a:ext>
            </a:extLst>
          </p:cNvPr>
          <p:cNvGrpSpPr/>
          <p:nvPr/>
        </p:nvGrpSpPr>
        <p:grpSpPr>
          <a:xfrm>
            <a:off x="8868628" y="8090064"/>
            <a:ext cx="2347047" cy="2563033"/>
            <a:chOff x="5363819" y="1858947"/>
            <a:chExt cx="1101283" cy="1286359"/>
          </a:xfrm>
          <a:solidFill>
            <a:srgbClr val="006EB6"/>
          </a:solidFill>
        </p:grpSpPr>
        <p:sp>
          <p:nvSpPr>
            <p:cNvPr id="21" name="Hexágono 20">
              <a:extLst>
                <a:ext uri="{FF2B5EF4-FFF2-40B4-BE49-F238E27FC236}">
                  <a16:creationId xmlns:a16="http://schemas.microsoft.com/office/drawing/2014/main" id="{EDF1F87A-391F-2EC2-F422-950DDB6059CA}"/>
                </a:ext>
              </a:extLst>
            </p:cNvPr>
            <p:cNvSpPr/>
            <p:nvPr/>
          </p:nvSpPr>
          <p:spPr>
            <a:xfrm rot="16200000">
              <a:off x="5281770" y="1940996"/>
              <a:ext cx="1265381" cy="1101283"/>
            </a:xfrm>
            <a:prstGeom prst="hexagon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wrap="none" rtlCol="0" anchor="ctr"/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ontserrat" pitchFamily="2" charset="0"/>
                </a:rPr>
                <a:t>Telecom</a:t>
              </a:r>
            </a:p>
          </p:txBody>
        </p:sp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77A36052-D5E0-527D-7D67-D2FBA2AB7D37}"/>
                </a:ext>
              </a:extLst>
            </p:cNvPr>
            <p:cNvSpPr/>
            <p:nvPr/>
          </p:nvSpPr>
          <p:spPr>
            <a:xfrm>
              <a:off x="5876740" y="3065186"/>
              <a:ext cx="80120" cy="8012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39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DEF66-EEA5-7EE9-7F90-11715F15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9C84ADC-48A8-C41C-3FC5-F32CE8AA20C3}"/>
              </a:ext>
            </a:extLst>
          </p:cNvPr>
          <p:cNvSpPr txBox="1"/>
          <p:nvPr/>
        </p:nvSpPr>
        <p:spPr>
          <a:xfrm>
            <a:off x="1166911" y="423393"/>
            <a:ext cx="6063229" cy="830997"/>
          </a:xfrm>
          <a:prstGeom prst="rect">
            <a:avLst/>
          </a:prstGeom>
          <a:noFill/>
        </p:spPr>
        <p:txBody>
          <a:bodyPr wrap="square" lIns="359977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9D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4800" dirty="0" err="1">
                <a:solidFill>
                  <a:schemeClr val="bg1"/>
                </a:solidFill>
                <a:latin typeface="Montserrat" pitchFamily="2" charset="0"/>
              </a:rPr>
              <a:t>Nuestros</a:t>
            </a:r>
            <a:r>
              <a:rPr lang="pt-BR" sz="4800" dirty="0">
                <a:solidFill>
                  <a:schemeClr val="bg1"/>
                </a:solidFill>
                <a:latin typeface="Montserrat" pitchFamily="2" charset="0"/>
              </a:rPr>
              <a:t> Valores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25B8F603-1B1C-F9FA-93B4-AC2609A058F5}"/>
              </a:ext>
            </a:extLst>
          </p:cNvPr>
          <p:cNvSpPr txBox="1">
            <a:spLocks/>
          </p:cNvSpPr>
          <p:nvPr/>
        </p:nvSpPr>
        <p:spPr>
          <a:xfrm>
            <a:off x="2385417" y="2362590"/>
            <a:ext cx="4911853" cy="3469044"/>
          </a:xfrm>
        </p:spPr>
        <p:txBody>
          <a:bodyPr/>
          <a:lstStyle>
            <a:lvl1pPr marL="0" indent="0" algn="ctr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400" b="1" dirty="0" err="1">
                <a:solidFill>
                  <a:srgbClr val="007BD1"/>
                </a:solidFill>
              </a:rPr>
              <a:t>Innovar</a:t>
            </a:r>
            <a:r>
              <a:rPr lang="pt-BR" sz="2400" dirty="0">
                <a:solidFill>
                  <a:srgbClr val="007BD1"/>
                </a:solidFill>
              </a:rPr>
              <a:t> </a:t>
            </a:r>
          </a:p>
          <a:p>
            <a:pPr algn="l"/>
            <a:r>
              <a:rPr lang="es-ES" sz="2400" dirty="0">
                <a:latin typeface="Montserrat" pitchFamily="2" charset="0"/>
              </a:rPr>
              <a:t>transformando ideas en soluciones, mediante la búsqueda constante de nuevas tecnologías para generar valor para todos los involucrados</a:t>
            </a:r>
            <a:r>
              <a:rPr lang="pt-BR" sz="2400" dirty="0">
                <a:latin typeface="Montserrat" pitchFamily="2" charset="0"/>
              </a:rPr>
              <a:t>. </a:t>
            </a:r>
          </a:p>
          <a:p>
            <a:pPr algn="l"/>
            <a:endParaRPr lang="pt-BR" sz="2400" dirty="0"/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BF99970F-D606-8A07-9E93-C7C0F6B76BEF}"/>
              </a:ext>
            </a:extLst>
          </p:cNvPr>
          <p:cNvSpPr txBox="1">
            <a:spLocks/>
          </p:cNvSpPr>
          <p:nvPr/>
        </p:nvSpPr>
        <p:spPr>
          <a:xfrm>
            <a:off x="9454163" y="2362590"/>
            <a:ext cx="5601586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 err="1">
                <a:solidFill>
                  <a:srgbClr val="007BD1"/>
                </a:solidFill>
              </a:rPr>
              <a:t>Honestidad</a:t>
            </a:r>
            <a:r>
              <a:rPr lang="pt-BR" sz="4400" b="1" dirty="0">
                <a:solidFill>
                  <a:srgbClr val="007BD1"/>
                </a:solidFill>
              </a:rPr>
              <a:t> y </a:t>
            </a:r>
            <a:r>
              <a:rPr lang="pt-BR" sz="4400" b="1" dirty="0" err="1">
                <a:solidFill>
                  <a:srgbClr val="007BD1"/>
                </a:solidFill>
              </a:rPr>
              <a:t>Transparencia</a:t>
            </a:r>
            <a:endParaRPr lang="pt-BR" sz="4400" dirty="0">
              <a:solidFill>
                <a:srgbClr val="007BD1"/>
              </a:solidFill>
            </a:endParaRPr>
          </a:p>
          <a:p>
            <a:r>
              <a:rPr lang="es-ES" sz="2400" dirty="0">
                <a:solidFill>
                  <a:schemeClr val="tx1"/>
                </a:solidFill>
              </a:rPr>
              <a:t>son principios fundamentales para una relación justa y duradera con colaboradores, clientes y socios.</a:t>
            </a:r>
            <a:endParaRPr lang="pt-BR" sz="2400" dirty="0"/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00F11CFE-AF2A-1899-2196-8DE92C62CB50}"/>
              </a:ext>
            </a:extLst>
          </p:cNvPr>
          <p:cNvSpPr txBox="1">
            <a:spLocks/>
          </p:cNvSpPr>
          <p:nvPr/>
        </p:nvSpPr>
        <p:spPr>
          <a:xfrm>
            <a:off x="17501008" y="2362590"/>
            <a:ext cx="5601586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 err="1">
                <a:solidFill>
                  <a:srgbClr val="007BD1"/>
                </a:solidFill>
              </a:rPr>
              <a:t>Respeto</a:t>
            </a:r>
            <a:r>
              <a:rPr lang="pt-BR" sz="4400" b="1" dirty="0">
                <a:solidFill>
                  <a:srgbClr val="007BD1"/>
                </a:solidFill>
              </a:rPr>
              <a:t>:</a:t>
            </a:r>
            <a:r>
              <a:rPr lang="pt-BR" sz="4400" dirty="0">
                <a:solidFill>
                  <a:srgbClr val="007BD1"/>
                </a:solidFill>
              </a:rPr>
              <a:t> </a:t>
            </a:r>
          </a:p>
          <a:p>
            <a:r>
              <a:rPr lang="es-ES" sz="2400" dirty="0">
                <a:solidFill>
                  <a:schemeClr val="tx1"/>
                </a:solidFill>
              </a:rPr>
              <a:t>es ponerse en el lugar del otro, entender los límites establecidos y promover la convivencia en armonía.</a:t>
            </a:r>
            <a:endParaRPr lang="pt-BR" sz="2400" dirty="0"/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8E0997E4-99D5-05CB-5F60-02CA9ACBA6DE}"/>
              </a:ext>
            </a:extLst>
          </p:cNvPr>
          <p:cNvSpPr txBox="1">
            <a:spLocks/>
          </p:cNvSpPr>
          <p:nvPr/>
        </p:nvSpPr>
        <p:spPr>
          <a:xfrm>
            <a:off x="2385419" y="6260592"/>
            <a:ext cx="4911852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 err="1">
                <a:solidFill>
                  <a:srgbClr val="006EB6"/>
                </a:solidFill>
              </a:rPr>
              <a:t>Estándar</a:t>
            </a:r>
            <a:r>
              <a:rPr lang="pt-BR" sz="4400" b="1" dirty="0">
                <a:solidFill>
                  <a:srgbClr val="006EB6"/>
                </a:solidFill>
              </a:rPr>
              <a:t> de </a:t>
            </a:r>
            <a:r>
              <a:rPr lang="pt-BR" sz="4400" b="1" dirty="0" err="1">
                <a:solidFill>
                  <a:srgbClr val="006EB6"/>
                </a:solidFill>
              </a:rPr>
              <a:t>Calidad</a:t>
            </a:r>
            <a:r>
              <a:rPr lang="pt-BR" sz="4400" b="1" dirty="0">
                <a:solidFill>
                  <a:srgbClr val="006EB6"/>
                </a:solidFill>
              </a:rPr>
              <a:t> </a:t>
            </a:r>
            <a:r>
              <a:rPr lang="pt-BR" sz="2400" dirty="0">
                <a:solidFill>
                  <a:srgbClr val="006EB6"/>
                </a:solidFill>
              </a:rPr>
              <a:t> </a:t>
            </a:r>
          </a:p>
          <a:p>
            <a:r>
              <a:rPr lang="es-ES" sz="2400" dirty="0"/>
              <a:t>es saber que nuestra empresa trabaja con fabricantes y clientes de nivel mundial y que no proporcionamos nada fuera de esta norma.</a:t>
            </a:r>
            <a:endParaRPr lang="pt-BR" sz="2400" dirty="0"/>
          </a:p>
        </p:txBody>
      </p:sp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C7FC3171-C535-CD16-DB47-5C57FE6CED95}"/>
              </a:ext>
            </a:extLst>
          </p:cNvPr>
          <p:cNvSpPr txBox="1">
            <a:spLocks/>
          </p:cNvSpPr>
          <p:nvPr/>
        </p:nvSpPr>
        <p:spPr>
          <a:xfrm>
            <a:off x="9454163" y="6260592"/>
            <a:ext cx="6609293" cy="34690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 err="1">
                <a:solidFill>
                  <a:srgbClr val="007BD1"/>
                </a:solidFill>
              </a:rPr>
              <a:t>Compromiso</a:t>
            </a:r>
            <a:r>
              <a:rPr lang="pt-BR" sz="4400" b="1" dirty="0">
                <a:solidFill>
                  <a:srgbClr val="007BD1"/>
                </a:solidFill>
              </a:rPr>
              <a:t> </a:t>
            </a:r>
          </a:p>
          <a:p>
            <a:r>
              <a:rPr lang="es-ES" sz="2400" dirty="0">
                <a:solidFill>
                  <a:schemeClr val="tx1"/>
                </a:solidFill>
              </a:rPr>
              <a:t>la identificación con los valores de la empresa es clave para el éxito del negocio.</a:t>
            </a:r>
            <a:endParaRPr lang="pt-BR" sz="2400" dirty="0"/>
          </a:p>
        </p:txBody>
      </p:sp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31BB038C-5018-17B5-D6D3-76F0C0BC6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819" y="2116968"/>
            <a:ext cx="989442" cy="989442"/>
          </a:xfrm>
          <a:prstGeom prst="rect">
            <a:avLst/>
          </a:prstGeom>
        </p:spPr>
      </p:pic>
      <p:pic>
        <p:nvPicPr>
          <p:cNvPr id="24" name="Imagem 23" descr="Ícone&#10;&#10;Descrição gerada automaticamente">
            <a:extLst>
              <a:ext uri="{FF2B5EF4-FFF2-40B4-BE49-F238E27FC236}">
                <a16:creationId xmlns:a16="http://schemas.microsoft.com/office/drawing/2014/main" id="{B3825A93-6D40-6106-9377-BE447357E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7715" y="2225862"/>
            <a:ext cx="771655" cy="771655"/>
          </a:xfrm>
          <a:prstGeom prst="rect">
            <a:avLst/>
          </a:prstGeom>
        </p:spPr>
      </p:pic>
      <p:pic>
        <p:nvPicPr>
          <p:cNvPr id="25" name="Imagem 24" descr="Ícone&#10;&#10;Descrição gerada automaticamente">
            <a:extLst>
              <a:ext uri="{FF2B5EF4-FFF2-40B4-BE49-F238E27FC236}">
                <a16:creationId xmlns:a16="http://schemas.microsoft.com/office/drawing/2014/main" id="{2390EE8C-F4FE-2ED2-6216-769FA7A82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6415" y="2150265"/>
            <a:ext cx="922848" cy="922848"/>
          </a:xfrm>
          <a:prstGeom prst="rect">
            <a:avLst/>
          </a:prstGeom>
        </p:spPr>
      </p:pic>
      <p:pic>
        <p:nvPicPr>
          <p:cNvPr id="26" name="Imagem 25" descr="Ícone&#10;&#10;Descrição gerada automaticamente">
            <a:extLst>
              <a:ext uri="{FF2B5EF4-FFF2-40B4-BE49-F238E27FC236}">
                <a16:creationId xmlns:a16="http://schemas.microsoft.com/office/drawing/2014/main" id="{035235A3-DA82-A51A-40DE-9A2F23DE12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98266" y="6195278"/>
            <a:ext cx="830997" cy="830997"/>
          </a:xfrm>
          <a:prstGeom prst="rect">
            <a:avLst/>
          </a:prstGeom>
        </p:spPr>
      </p:pic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FC7B3FD3-1524-A087-6653-F908BADF1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813" y="6081419"/>
            <a:ext cx="1058715" cy="1058715"/>
          </a:xfrm>
          <a:prstGeom prst="rect">
            <a:avLst/>
          </a:prstGeom>
        </p:spPr>
      </p:pic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00C40D50-C19F-B3D8-FA61-90D283878A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59041" y="6195278"/>
            <a:ext cx="830997" cy="830997"/>
          </a:xfrm>
          <a:prstGeom prst="rect">
            <a:avLst/>
          </a:prstGeom>
        </p:spPr>
      </p:pic>
      <p:sp>
        <p:nvSpPr>
          <p:cNvPr id="29" name="Espaço Reservado para Conteúdo 2">
            <a:extLst>
              <a:ext uri="{FF2B5EF4-FFF2-40B4-BE49-F238E27FC236}">
                <a16:creationId xmlns:a16="http://schemas.microsoft.com/office/drawing/2014/main" id="{CCAF20E3-DC87-EA80-5D22-2DFBC2817445}"/>
              </a:ext>
            </a:extLst>
          </p:cNvPr>
          <p:cNvSpPr txBox="1">
            <a:spLocks/>
          </p:cNvSpPr>
          <p:nvPr/>
        </p:nvSpPr>
        <p:spPr>
          <a:xfrm>
            <a:off x="3838215" y="10482787"/>
            <a:ext cx="7839322" cy="16199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6EB6"/>
                </a:solidFill>
              </a:rPr>
              <a:t>Propósito</a:t>
            </a:r>
          </a:p>
          <a:p>
            <a:r>
              <a:rPr lang="pt-BR" sz="2400" b="1" dirty="0" err="1">
                <a:solidFill>
                  <a:schemeClr val="tx1"/>
                </a:solidFill>
              </a:rPr>
              <a:t>Innovación</a:t>
            </a:r>
            <a:r>
              <a:rPr lang="pt-BR" sz="2400" b="1" dirty="0">
                <a:solidFill>
                  <a:schemeClr val="tx1"/>
                </a:solidFill>
              </a:rPr>
              <a:t> tecnológica orientada a resultados.</a:t>
            </a:r>
            <a:endParaRPr lang="pt-BR" sz="2400" b="1" dirty="0"/>
          </a:p>
        </p:txBody>
      </p:sp>
      <p:sp>
        <p:nvSpPr>
          <p:cNvPr id="30" name="Espaço Reservado para Conteúdo 2">
            <a:extLst>
              <a:ext uri="{FF2B5EF4-FFF2-40B4-BE49-F238E27FC236}">
                <a16:creationId xmlns:a16="http://schemas.microsoft.com/office/drawing/2014/main" id="{1021A720-ADA8-AE32-418C-BDB406F394C7}"/>
              </a:ext>
            </a:extLst>
          </p:cNvPr>
          <p:cNvSpPr txBox="1">
            <a:spLocks/>
          </p:cNvSpPr>
          <p:nvPr/>
        </p:nvSpPr>
        <p:spPr>
          <a:xfrm>
            <a:off x="13260510" y="10482787"/>
            <a:ext cx="8766033" cy="16199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 err="1">
                <a:solidFill>
                  <a:srgbClr val="006EB6"/>
                </a:solidFill>
              </a:rPr>
              <a:t>Visión</a:t>
            </a:r>
            <a:endParaRPr lang="pt-BR" sz="4400" b="1" dirty="0">
              <a:solidFill>
                <a:srgbClr val="006EB6"/>
              </a:solidFill>
            </a:endParaRPr>
          </a:p>
          <a:p>
            <a:pPr>
              <a:lnSpc>
                <a:spcPct val="120000"/>
              </a:lnSpc>
            </a:pPr>
            <a:r>
              <a:rPr lang="es-ES" sz="2400" b="1" dirty="0">
                <a:solidFill>
                  <a:srgbClr val="000000"/>
                </a:solidFill>
                <a:latin typeface="Montserrat" pitchFamily="2" charset="0"/>
              </a:rPr>
              <a:t>Tener una estructura local en los países relevantes de América Latina, en el segmento de Minería y Metales, de forma autosustentable.</a:t>
            </a:r>
            <a:endParaRPr lang="pt-BR" sz="2400" b="1" dirty="0">
              <a:latin typeface="Montserrat" pitchFamily="2" charset="0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4098707C-C58F-5935-D01F-D000FBF8A1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2155" y="11292766"/>
            <a:ext cx="749337" cy="749337"/>
          </a:xfrm>
          <a:prstGeom prst="rect">
            <a:avLst/>
          </a:prstGeom>
        </p:spPr>
      </p:pic>
      <p:pic>
        <p:nvPicPr>
          <p:cNvPr id="32" name="Imagem 31" descr="Logotipo, nome da empresa&#10;&#10;Descrição gerada automaticamente">
            <a:extLst>
              <a:ext uri="{FF2B5EF4-FFF2-40B4-BE49-F238E27FC236}">
                <a16:creationId xmlns:a16="http://schemas.microsoft.com/office/drawing/2014/main" id="{34CA477D-830A-3C68-5A0B-D751B17FD9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14450" y="11292767"/>
            <a:ext cx="749337" cy="749337"/>
          </a:xfrm>
          <a:prstGeom prst="rect">
            <a:avLst/>
          </a:prstGeom>
        </p:spPr>
      </p:pic>
      <p:sp>
        <p:nvSpPr>
          <p:cNvPr id="48" name="Espaço Reservado para Conteúdo 2">
            <a:extLst>
              <a:ext uri="{FF2B5EF4-FFF2-40B4-BE49-F238E27FC236}">
                <a16:creationId xmlns:a16="http://schemas.microsoft.com/office/drawing/2014/main" id="{CB7ABA5D-9C03-CA00-087E-68DAF3A7526B}"/>
              </a:ext>
            </a:extLst>
          </p:cNvPr>
          <p:cNvSpPr txBox="1">
            <a:spLocks/>
          </p:cNvSpPr>
          <p:nvPr/>
        </p:nvSpPr>
        <p:spPr>
          <a:xfrm>
            <a:off x="17501008" y="6260592"/>
            <a:ext cx="5895577" cy="258263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500" kern="1200" baseline="0">
                <a:solidFill>
                  <a:srgbClr val="54565A"/>
                </a:solidFill>
                <a:latin typeface="Montserrat" pitchFamily="2" charset="77"/>
                <a:ea typeface="+mn-ea"/>
                <a:cs typeface="+mn-cs"/>
              </a:defRPr>
            </a:lvl1pPr>
            <a:lvl2pPr marL="137153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886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240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594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949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303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7657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011" indent="-457177" algn="l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b="1" dirty="0">
                <a:solidFill>
                  <a:srgbClr val="007BD1"/>
                </a:solidFill>
              </a:rPr>
              <a:t>Valorar </a:t>
            </a:r>
            <a:r>
              <a:rPr lang="pt-BR" sz="4400" b="1" dirty="0" err="1">
                <a:solidFill>
                  <a:srgbClr val="007BD1"/>
                </a:solidFill>
              </a:rPr>
              <a:t>la</a:t>
            </a:r>
            <a:r>
              <a:rPr lang="pt-BR" sz="4400" b="1" dirty="0">
                <a:solidFill>
                  <a:srgbClr val="007BD1"/>
                </a:solidFill>
              </a:rPr>
              <a:t> vida</a:t>
            </a:r>
            <a:r>
              <a:rPr lang="pt-BR" sz="4400" dirty="0">
                <a:solidFill>
                  <a:srgbClr val="007BD1"/>
                </a:solidFill>
              </a:rPr>
              <a:t> </a:t>
            </a:r>
          </a:p>
          <a:p>
            <a:r>
              <a:rPr lang="es-ES" sz="2400" dirty="0">
                <a:solidFill>
                  <a:schemeClr val="tx1"/>
                </a:solidFill>
              </a:rPr>
              <a:t>es promover la calidad de vida, priorizando la salud, la seguridad y el bienestar de todos.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0490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1CA5A-7EA0-F3AE-2564-252ADEE1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5C0C67-5AB0-7DB2-8A5E-65BDE87BFCBC}"/>
              </a:ext>
            </a:extLst>
          </p:cNvPr>
          <p:cNvSpPr txBox="1"/>
          <p:nvPr/>
        </p:nvSpPr>
        <p:spPr>
          <a:xfrm>
            <a:off x="1166911" y="423393"/>
            <a:ext cx="6709398" cy="830997"/>
          </a:xfrm>
          <a:prstGeom prst="rect">
            <a:avLst/>
          </a:prstGeom>
          <a:noFill/>
        </p:spPr>
        <p:txBody>
          <a:bodyPr wrap="square" lIns="359977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9DD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4800" dirty="0" err="1">
                <a:solidFill>
                  <a:schemeClr val="bg1"/>
                </a:solidFill>
                <a:latin typeface="Montserrat" pitchFamily="2" charset="0"/>
              </a:rPr>
              <a:t>Contextualización</a:t>
            </a:r>
            <a:endParaRPr lang="pt-BR" sz="48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568A6A-C440-3B4B-B757-95694475C676}"/>
              </a:ext>
            </a:extLst>
          </p:cNvPr>
          <p:cNvSpPr txBox="1">
            <a:spLocks/>
          </p:cNvSpPr>
          <p:nvPr/>
        </p:nvSpPr>
        <p:spPr>
          <a:xfrm>
            <a:off x="1676291" y="2686050"/>
            <a:ext cx="21029831" cy="10062796"/>
          </a:xfrm>
        </p:spPr>
        <p:txBody>
          <a:bodyPr/>
          <a:lstStyle>
            <a:lvl1pPr marL="0" indent="0" algn="ctr" defTabSz="182870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5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indent="0" algn="ctr" defTabSz="18287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</p:txBody>
      </p:sp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1AC84DC8-CB24-A5BC-A290-6B3873AAB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291" y="2686050"/>
            <a:ext cx="21029831" cy="10062796"/>
          </a:xfrm>
        </p:spPr>
        <p:txBody>
          <a:bodyPr>
            <a:normAutofit/>
          </a:bodyPr>
          <a:lstStyle/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endParaRPr lang="pt-BR" sz="3200" dirty="0"/>
          </a:p>
          <a:p>
            <a:pPr algn="ctr"/>
            <a:r>
              <a:rPr lang="es-ES" sz="3200" dirty="0"/>
              <a:t>En caso de más contenido, basta con duplicar esta diapositiva.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318960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459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TECWI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0" marR="0" indent="0" algn="r" defTabSz="1828709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3300" b="1" i="0" strike="noStrike" baseline="0" dirty="0" smtClean="0">
            <a:solidFill>
              <a:srgbClr val="00A3E5"/>
            </a:solidFill>
            <a:latin typeface="Montserra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 TECWISE" id="{EFC776D6-9392-1F44-B85B-C6EEF62BFC79}" vid="{B956AA88-D022-3A4E-8945-014FBF6170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22C412C607EC4590EC7AB162A55B0E" ma:contentTypeVersion="16" ma:contentTypeDescription="Crie um novo documento." ma:contentTypeScope="" ma:versionID="2af0daf3ed5764702ae2074622c6eac7">
  <xsd:schema xmlns:xsd="http://www.w3.org/2001/XMLSchema" xmlns:xs="http://www.w3.org/2001/XMLSchema" xmlns:p="http://schemas.microsoft.com/office/2006/metadata/properties" xmlns:ns2="3681895e-8fca-4941-aa1a-bbadcab06a5b" xmlns:ns3="ba5b7bbb-98ae-43da-94cf-c93384f7f450" targetNamespace="http://schemas.microsoft.com/office/2006/metadata/properties" ma:root="true" ma:fieldsID="1417c6a86d0ebd1367d923b10695f4ba" ns2:_="" ns3:_="">
    <xsd:import namespace="3681895e-8fca-4941-aa1a-bbadcab06a5b"/>
    <xsd:import namespace="ba5b7bbb-98ae-43da-94cf-c93384f7f45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1895e-8fca-4941-aa1a-bbadcab06a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7470d2a-cde1-40da-bc26-752495a03ea0}" ma:internalName="TaxCatchAll" ma:showField="CatchAllData" ma:web="3681895e-8fca-4941-aa1a-bbadcab06a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b7bbb-98ae-43da-94cf-c93384f7f4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54401e-ca73-4a01-8d3c-1f74cafcbc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81895e-8fca-4941-aa1a-bbadcab06a5b" xsi:nil="true"/>
    <lcf76f155ced4ddcb4097134ff3c332f xmlns="ba5b7bbb-98ae-43da-94cf-c93384f7f4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E92E07-4B9A-44D3-B2FA-ADF4F91373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81895e-8fca-4941-aa1a-bbadcab06a5b"/>
    <ds:schemaRef ds:uri="ba5b7bbb-98ae-43da-94cf-c93384f7f4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5788C0-2073-4E66-977E-EAB7B3F3A4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1766080-428D-4BB8-A656-A4597F730DFF}">
  <ds:schemaRefs>
    <ds:schemaRef ds:uri="http://www.w3.org/XML/1998/namespace"/>
    <ds:schemaRef ds:uri="http://purl.org/dc/elements/1.1/"/>
    <ds:schemaRef ds:uri="3681895e-8fca-4941-aa1a-bbadcab06a5b"/>
    <ds:schemaRef ds:uri="http://schemas.microsoft.com/office/2006/metadata/properties"/>
    <ds:schemaRef ds:uri="8963fe54-4cc3-4763-ac21-bed1713fa2cc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a5b7bbb-98ae-43da-94cf-c93384f7f4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TECWISE</Template>
  <TotalTime>41811</TotalTime>
  <Words>274</Words>
  <Application>Microsoft Office PowerPoint</Application>
  <PresentationFormat>Personalizar</PresentationFormat>
  <Paragraphs>41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Arial</vt:lpstr>
      <vt:lpstr>Montserrat</vt:lpstr>
      <vt:lpstr>TEMA TECWISE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Livian Matias - TECWISE</cp:lastModifiedBy>
  <cp:revision>37</cp:revision>
  <cp:lastPrinted>2025-04-22T20:07:56Z</cp:lastPrinted>
  <dcterms:created xsi:type="dcterms:W3CDTF">2023-01-31T18:49:10Z</dcterms:created>
  <dcterms:modified xsi:type="dcterms:W3CDTF">2025-06-09T15:58:22Z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0x010100AA22C412C607EC4590EC7AB162A55B0E</vt:lpwstr>
  </property>
  <property fmtid="{D5CDD505-2E9C-101B-9397-08002B2CF9AE}" pid="3" name="MediaServiceImageTags">
    <vt:lpwstr/>
  </property>
</Properties>
</file>