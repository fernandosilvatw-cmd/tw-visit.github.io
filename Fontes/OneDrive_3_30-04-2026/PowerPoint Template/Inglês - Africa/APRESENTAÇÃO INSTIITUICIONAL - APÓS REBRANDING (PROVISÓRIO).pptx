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9" r:id="rId4"/>
  </p:sldMasterIdLst>
  <p:notesMasterIdLst>
    <p:notesMasterId r:id="rId10"/>
  </p:notesMasterIdLst>
  <p:sldIdLst>
    <p:sldId id="256" r:id="rId5"/>
    <p:sldId id="2259" r:id="rId6"/>
    <p:sldId id="2267" r:id="rId7"/>
    <p:sldId id="2268" r:id="rId8"/>
    <p:sldId id="2218" r:id="rId9"/>
  </p:sldIdLst>
  <p:sldSz cx="24382413" cy="13716000"/>
  <p:notesSz cx="6858000" cy="9144000"/>
  <p:defaultTextStyle>
    <a:defPPr>
      <a:defRPr lang="pt-BR"/>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EB6"/>
    <a:srgbClr val="006EB7"/>
    <a:srgbClr val="00326F"/>
    <a:srgbClr val="006BAF"/>
    <a:srgbClr val="939196"/>
    <a:srgbClr val="F5AC04"/>
    <a:srgbClr val="473A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FCCC6-63E5-4980-8ED4-8C14A45108AE}" v="19" dt="2025-06-13T17:53:41.65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3" autoAdjust="0"/>
    <p:restoredTop sz="93162" autoAdjust="0"/>
  </p:normalViewPr>
  <p:slideViewPr>
    <p:cSldViewPr snapToGrid="0" snapToObjects="1">
      <p:cViewPr varScale="1">
        <p:scale>
          <a:sx n="35" d="100"/>
          <a:sy n="35" d="100"/>
        </p:scale>
        <p:origin x="77" y="2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uardo Camargos - TECWISE" userId="d5ced992-2fb9-4403-9d01-8a01d5ee8efc" providerId="ADAL" clId="{9DDFCCC6-63E5-4980-8ED4-8C14A45108AE}"/>
    <pc:docChg chg="undo custSel modSld">
      <pc:chgData name="Eduardo Camargos - TECWISE" userId="d5ced992-2fb9-4403-9d01-8a01d5ee8efc" providerId="ADAL" clId="{9DDFCCC6-63E5-4980-8ED4-8C14A45108AE}" dt="2025-06-13T17:53:41.649" v="134" actId="478"/>
      <pc:docMkLst>
        <pc:docMk/>
      </pc:docMkLst>
      <pc:sldChg chg="modSp mod setBg">
        <pc:chgData name="Eduardo Camargos - TECWISE" userId="d5ced992-2fb9-4403-9d01-8a01d5ee8efc" providerId="ADAL" clId="{9DDFCCC6-63E5-4980-8ED4-8C14A45108AE}" dt="2025-06-13T17:39:24.658" v="12" actId="20577"/>
        <pc:sldMkLst>
          <pc:docMk/>
          <pc:sldMk cId="3640709495" sldId="256"/>
        </pc:sldMkLst>
        <pc:spChg chg="mod">
          <ac:chgData name="Eduardo Camargos - TECWISE" userId="d5ced992-2fb9-4403-9d01-8a01d5ee8efc" providerId="ADAL" clId="{9DDFCCC6-63E5-4980-8ED4-8C14A45108AE}" dt="2025-06-13T17:39:24.658" v="12" actId="20577"/>
          <ac:spMkLst>
            <pc:docMk/>
            <pc:sldMk cId="3640709495" sldId="256"/>
            <ac:spMk id="2" creationId="{E2C4CC9D-42B9-919C-32BE-7D824F0AF41B}"/>
          </ac:spMkLst>
        </pc:spChg>
      </pc:sldChg>
      <pc:sldChg chg="setBg">
        <pc:chgData name="Eduardo Camargos - TECWISE" userId="d5ced992-2fb9-4403-9d01-8a01d5ee8efc" providerId="ADAL" clId="{9DDFCCC6-63E5-4980-8ED4-8C14A45108AE}" dt="2025-06-13T17:40:22.064" v="22"/>
        <pc:sldMkLst>
          <pc:docMk/>
          <pc:sldMk cId="4046459247" sldId="2218"/>
        </pc:sldMkLst>
      </pc:sldChg>
      <pc:sldChg chg="addSp delSp modSp mod setBg">
        <pc:chgData name="Eduardo Camargos - TECWISE" userId="d5ced992-2fb9-4403-9d01-8a01d5ee8efc" providerId="ADAL" clId="{9DDFCCC6-63E5-4980-8ED4-8C14A45108AE}" dt="2025-06-13T17:53:41.649" v="134" actId="478"/>
        <pc:sldMkLst>
          <pc:docMk/>
          <pc:sldMk cId="1705399451" sldId="2259"/>
        </pc:sldMkLst>
        <pc:spChg chg="mod">
          <ac:chgData name="Eduardo Camargos - TECWISE" userId="d5ced992-2fb9-4403-9d01-8a01d5ee8efc" providerId="ADAL" clId="{9DDFCCC6-63E5-4980-8ED4-8C14A45108AE}" dt="2025-06-13T17:43:02.277" v="37" actId="20577"/>
          <ac:spMkLst>
            <pc:docMk/>
            <pc:sldMk cId="1705399451" sldId="2259"/>
            <ac:spMk id="2" creationId="{E85B9F69-4F5E-9E57-7DC9-0F26E5E6BD70}"/>
          </ac:spMkLst>
        </pc:spChg>
        <pc:spChg chg="mod">
          <ac:chgData name="Eduardo Camargos - TECWISE" userId="d5ced992-2fb9-4403-9d01-8a01d5ee8efc" providerId="ADAL" clId="{9DDFCCC6-63E5-4980-8ED4-8C14A45108AE}" dt="2025-06-13T17:43:35.885" v="40" actId="20577"/>
          <ac:spMkLst>
            <pc:docMk/>
            <pc:sldMk cId="1705399451" sldId="2259"/>
            <ac:spMk id="12" creationId="{22B74054-B005-5CFB-FCAF-8995464B9A71}"/>
          </ac:spMkLst>
        </pc:spChg>
        <pc:spChg chg="mod">
          <ac:chgData name="Eduardo Camargos - TECWISE" userId="d5ced992-2fb9-4403-9d01-8a01d5ee8efc" providerId="ADAL" clId="{9DDFCCC6-63E5-4980-8ED4-8C14A45108AE}" dt="2025-06-13T17:45:12.958" v="60" actId="403"/>
          <ac:spMkLst>
            <pc:docMk/>
            <pc:sldMk cId="1705399451" sldId="2259"/>
            <ac:spMk id="15" creationId="{AA8B5392-2DCF-D372-22F2-4A7EC5577339}"/>
          </ac:spMkLst>
        </pc:spChg>
        <pc:spChg chg="mod">
          <ac:chgData name="Eduardo Camargos - TECWISE" userId="d5ced992-2fb9-4403-9d01-8a01d5ee8efc" providerId="ADAL" clId="{9DDFCCC6-63E5-4980-8ED4-8C14A45108AE}" dt="2025-06-13T17:45:47.252" v="70" actId="20577"/>
          <ac:spMkLst>
            <pc:docMk/>
            <pc:sldMk cId="1705399451" sldId="2259"/>
            <ac:spMk id="18" creationId="{C8BC41DE-FA89-499F-04F8-695FEA51258E}"/>
          </ac:spMkLst>
        </pc:spChg>
        <pc:spChg chg="add del">
          <ac:chgData name="Eduardo Camargos - TECWISE" userId="d5ced992-2fb9-4403-9d01-8a01d5ee8efc" providerId="ADAL" clId="{9DDFCCC6-63E5-4980-8ED4-8C14A45108AE}" dt="2025-06-13T17:44:20.820" v="45" actId="22"/>
          <ac:spMkLst>
            <pc:docMk/>
            <pc:sldMk cId="1705399451" sldId="2259"/>
            <ac:spMk id="23" creationId="{075F9046-6D60-6B5A-AA15-E1A868DDA280}"/>
          </ac:spMkLst>
        </pc:spChg>
        <pc:spChg chg="add del mod">
          <ac:chgData name="Eduardo Camargos - TECWISE" userId="d5ced992-2fb9-4403-9d01-8a01d5ee8efc" providerId="ADAL" clId="{9DDFCCC6-63E5-4980-8ED4-8C14A45108AE}" dt="2025-06-13T17:53:38.085" v="130" actId="478"/>
          <ac:spMkLst>
            <pc:docMk/>
            <pc:sldMk cId="1705399451" sldId="2259"/>
            <ac:spMk id="24" creationId="{3BA80BFC-3766-EC52-52F5-26D394B48A03}"/>
          </ac:spMkLst>
        </pc:spChg>
        <pc:spChg chg="add del mod">
          <ac:chgData name="Eduardo Camargos - TECWISE" userId="d5ced992-2fb9-4403-9d01-8a01d5ee8efc" providerId="ADAL" clId="{9DDFCCC6-63E5-4980-8ED4-8C14A45108AE}" dt="2025-06-13T17:53:41.649" v="134" actId="478"/>
          <ac:spMkLst>
            <pc:docMk/>
            <pc:sldMk cId="1705399451" sldId="2259"/>
            <ac:spMk id="25" creationId="{633BF45D-93C8-7D30-139C-65E40D02AC9F}"/>
          </ac:spMkLst>
        </pc:spChg>
        <pc:spChg chg="add del mod">
          <ac:chgData name="Eduardo Camargos - TECWISE" userId="d5ced992-2fb9-4403-9d01-8a01d5ee8efc" providerId="ADAL" clId="{9DDFCCC6-63E5-4980-8ED4-8C14A45108AE}" dt="2025-06-13T17:53:39.735" v="133" actId="478"/>
          <ac:spMkLst>
            <pc:docMk/>
            <pc:sldMk cId="1705399451" sldId="2259"/>
            <ac:spMk id="26" creationId="{A4D9E14A-6867-2B48-1261-BED17B2ABBC0}"/>
          </ac:spMkLst>
        </pc:spChg>
        <pc:spChg chg="add del mod">
          <ac:chgData name="Eduardo Camargos - TECWISE" userId="d5ced992-2fb9-4403-9d01-8a01d5ee8efc" providerId="ADAL" clId="{9DDFCCC6-63E5-4980-8ED4-8C14A45108AE}" dt="2025-06-13T17:53:38.093" v="132"/>
          <ac:spMkLst>
            <pc:docMk/>
            <pc:sldMk cId="1705399451" sldId="2259"/>
            <ac:spMk id="27" creationId="{43628C75-240B-E25C-604A-0A1A8BFD1B7F}"/>
          </ac:spMkLst>
        </pc:spChg>
        <pc:grpChg chg="mod">
          <ac:chgData name="Eduardo Camargos - TECWISE" userId="d5ced992-2fb9-4403-9d01-8a01d5ee8efc" providerId="ADAL" clId="{9DDFCCC6-63E5-4980-8ED4-8C14A45108AE}" dt="2025-06-13T17:39:30.456" v="14" actId="1076"/>
          <ac:grpSpMkLst>
            <pc:docMk/>
            <pc:sldMk cId="1705399451" sldId="2259"/>
            <ac:grpSpMk id="3" creationId="{FC062000-7253-3C1F-F876-0AAAB9AD394F}"/>
          </ac:grpSpMkLst>
        </pc:grpChg>
        <pc:grpChg chg="mod">
          <ac:chgData name="Eduardo Camargos - TECWISE" userId="d5ced992-2fb9-4403-9d01-8a01d5ee8efc" providerId="ADAL" clId="{9DDFCCC6-63E5-4980-8ED4-8C14A45108AE}" dt="2025-06-13T17:44:58.963" v="54" actId="1076"/>
          <ac:grpSpMkLst>
            <pc:docMk/>
            <pc:sldMk cId="1705399451" sldId="2259"/>
            <ac:grpSpMk id="14" creationId="{38B984BA-0C7B-C31A-5E52-CA2D14B01609}"/>
          </ac:grpSpMkLst>
        </pc:grpChg>
        <pc:grpChg chg="mod">
          <ac:chgData name="Eduardo Camargos - TECWISE" userId="d5ced992-2fb9-4403-9d01-8a01d5ee8efc" providerId="ADAL" clId="{9DDFCCC6-63E5-4980-8ED4-8C14A45108AE}" dt="2025-06-13T17:45:02.264" v="56" actId="1076"/>
          <ac:grpSpMkLst>
            <pc:docMk/>
            <pc:sldMk cId="1705399451" sldId="2259"/>
            <ac:grpSpMk id="17" creationId="{AD05F686-8228-2D10-E5EA-2BAE9449958B}"/>
          </ac:grpSpMkLst>
        </pc:grpChg>
        <pc:grpChg chg="mod">
          <ac:chgData name="Eduardo Camargos - TECWISE" userId="d5ced992-2fb9-4403-9d01-8a01d5ee8efc" providerId="ADAL" clId="{9DDFCCC6-63E5-4980-8ED4-8C14A45108AE}" dt="2025-06-13T17:45:08.277" v="58" actId="1076"/>
          <ac:grpSpMkLst>
            <pc:docMk/>
            <pc:sldMk cId="1705399451" sldId="2259"/>
            <ac:grpSpMk id="20" creationId="{6CB57018-7583-A21B-A9F5-4272B7DB4F9B}"/>
          </ac:grpSpMkLst>
        </pc:grpChg>
      </pc:sldChg>
      <pc:sldChg chg="modSp mod setBg">
        <pc:chgData name="Eduardo Camargos - TECWISE" userId="d5ced992-2fb9-4403-9d01-8a01d5ee8efc" providerId="ADAL" clId="{9DDFCCC6-63E5-4980-8ED4-8C14A45108AE}" dt="2025-06-13T17:52:38.263" v="120"/>
        <pc:sldMkLst>
          <pc:docMk/>
          <pc:sldMk cId="3004903757" sldId="2267"/>
        </pc:sldMkLst>
        <pc:spChg chg="mod">
          <ac:chgData name="Eduardo Camargos - TECWISE" userId="d5ced992-2fb9-4403-9d01-8a01d5ee8efc" providerId="ADAL" clId="{9DDFCCC6-63E5-4980-8ED4-8C14A45108AE}" dt="2025-06-13T17:46:10.696" v="84" actId="6549"/>
          <ac:spMkLst>
            <pc:docMk/>
            <pc:sldMk cId="3004903757" sldId="2267"/>
            <ac:spMk id="2" creationId="{39C84ADC-48A8-C41C-3FC5-F32CE8AA20C3}"/>
          </ac:spMkLst>
        </pc:spChg>
        <pc:spChg chg="mod">
          <ac:chgData name="Eduardo Camargos - TECWISE" userId="d5ced992-2fb9-4403-9d01-8a01d5ee8efc" providerId="ADAL" clId="{9DDFCCC6-63E5-4980-8ED4-8C14A45108AE}" dt="2025-06-13T17:47:04.996" v="92" actId="20577"/>
          <ac:spMkLst>
            <pc:docMk/>
            <pc:sldMk cId="3004903757" sldId="2267"/>
            <ac:spMk id="18" creationId="{25B8F603-1B1C-F9FA-93B4-AC2609A058F5}"/>
          </ac:spMkLst>
        </pc:spChg>
        <pc:spChg chg="mod">
          <ac:chgData name="Eduardo Camargos - TECWISE" userId="d5ced992-2fb9-4403-9d01-8a01d5ee8efc" providerId="ADAL" clId="{9DDFCCC6-63E5-4980-8ED4-8C14A45108AE}" dt="2025-06-13T17:47:18.079" v="94" actId="20577"/>
          <ac:spMkLst>
            <pc:docMk/>
            <pc:sldMk cId="3004903757" sldId="2267"/>
            <ac:spMk id="19" creationId="{BF99970F-D606-8A07-9E93-C7C0F6B76BEF}"/>
          </ac:spMkLst>
        </pc:spChg>
        <pc:spChg chg="mod">
          <ac:chgData name="Eduardo Camargos - TECWISE" userId="d5ced992-2fb9-4403-9d01-8a01d5ee8efc" providerId="ADAL" clId="{9DDFCCC6-63E5-4980-8ED4-8C14A45108AE}" dt="2025-06-13T17:47:52.305" v="98" actId="20577"/>
          <ac:spMkLst>
            <pc:docMk/>
            <pc:sldMk cId="3004903757" sldId="2267"/>
            <ac:spMk id="20" creationId="{00F11CFE-AF2A-1899-2196-8DE92C62CB50}"/>
          </ac:spMkLst>
        </pc:spChg>
        <pc:spChg chg="mod">
          <ac:chgData name="Eduardo Camargos - TECWISE" userId="d5ced992-2fb9-4403-9d01-8a01d5ee8efc" providerId="ADAL" clId="{9DDFCCC6-63E5-4980-8ED4-8C14A45108AE}" dt="2025-06-13T17:51:08.303" v="114" actId="14100"/>
          <ac:spMkLst>
            <pc:docMk/>
            <pc:sldMk cId="3004903757" sldId="2267"/>
            <ac:spMk id="21" creationId="{8E0997E4-99D5-05CB-5F60-02CA9ACBA6DE}"/>
          </ac:spMkLst>
        </pc:spChg>
        <pc:spChg chg="mod">
          <ac:chgData name="Eduardo Camargos - TECWISE" userId="d5ced992-2fb9-4403-9d01-8a01d5ee8efc" providerId="ADAL" clId="{9DDFCCC6-63E5-4980-8ED4-8C14A45108AE}" dt="2025-06-13T17:49:30.082" v="108" actId="20577"/>
          <ac:spMkLst>
            <pc:docMk/>
            <pc:sldMk cId="3004903757" sldId="2267"/>
            <ac:spMk id="22" creationId="{C7FC3171-C535-CD16-DB47-5C57FE6CED95}"/>
          </ac:spMkLst>
        </pc:spChg>
        <pc:spChg chg="mod">
          <ac:chgData name="Eduardo Camargos - TECWISE" userId="d5ced992-2fb9-4403-9d01-8a01d5ee8efc" providerId="ADAL" clId="{9DDFCCC6-63E5-4980-8ED4-8C14A45108AE}" dt="2025-06-13T17:52:16.647" v="118" actId="14100"/>
          <ac:spMkLst>
            <pc:docMk/>
            <pc:sldMk cId="3004903757" sldId="2267"/>
            <ac:spMk id="29" creationId="{CCAF20E3-DC87-EA80-5D22-2DFBC2817445}"/>
          </ac:spMkLst>
        </pc:spChg>
        <pc:spChg chg="mod">
          <ac:chgData name="Eduardo Camargos - TECWISE" userId="d5ced992-2fb9-4403-9d01-8a01d5ee8efc" providerId="ADAL" clId="{9DDFCCC6-63E5-4980-8ED4-8C14A45108AE}" dt="2025-06-13T17:52:38.263" v="120"/>
          <ac:spMkLst>
            <pc:docMk/>
            <pc:sldMk cId="3004903757" sldId="2267"/>
            <ac:spMk id="30" creationId="{1021A720-ADA8-AE32-418C-BDB406F394C7}"/>
          </ac:spMkLst>
        </pc:spChg>
        <pc:spChg chg="mod">
          <ac:chgData name="Eduardo Camargos - TECWISE" userId="d5ced992-2fb9-4403-9d01-8a01d5ee8efc" providerId="ADAL" clId="{9DDFCCC6-63E5-4980-8ED4-8C14A45108AE}" dt="2025-06-13T17:50:11.587" v="112" actId="20577"/>
          <ac:spMkLst>
            <pc:docMk/>
            <pc:sldMk cId="3004903757" sldId="2267"/>
            <ac:spMk id="48" creationId="{CB7ABA5D-9C03-CA00-087E-68DAF3A7526B}"/>
          </ac:spMkLst>
        </pc:spChg>
      </pc:sldChg>
      <pc:sldChg chg="modSp mod setBg">
        <pc:chgData name="Eduardo Camargos - TECWISE" userId="d5ced992-2fb9-4403-9d01-8a01d5ee8efc" providerId="ADAL" clId="{9DDFCCC6-63E5-4980-8ED4-8C14A45108AE}" dt="2025-06-13T17:53:00.706" v="123"/>
        <pc:sldMkLst>
          <pc:docMk/>
          <pc:sldMk cId="2318960982" sldId="2268"/>
        </pc:sldMkLst>
        <pc:spChg chg="mod">
          <ac:chgData name="Eduardo Camargos - TECWISE" userId="d5ced992-2fb9-4403-9d01-8a01d5ee8efc" providerId="ADAL" clId="{9DDFCCC6-63E5-4980-8ED4-8C14A45108AE}" dt="2025-06-13T17:52:52.428" v="122" actId="14100"/>
          <ac:spMkLst>
            <pc:docMk/>
            <pc:sldMk cId="2318960982" sldId="2268"/>
            <ac:spMk id="2" creationId="{BD5C0C67-5AB0-7DB2-8A5E-65BDE87BFCBC}"/>
          </ac:spMkLst>
        </pc:spChg>
        <pc:spChg chg="mod">
          <ac:chgData name="Eduardo Camargos - TECWISE" userId="d5ced992-2fb9-4403-9d01-8a01d5ee8efc" providerId="ADAL" clId="{9DDFCCC6-63E5-4980-8ED4-8C14A45108AE}" dt="2025-06-13T17:53:00.706" v="123"/>
          <ac:spMkLst>
            <pc:docMk/>
            <pc:sldMk cId="2318960982" sldId="2268"/>
            <ac:spMk id="27" creationId="{1AC84DC8-CB24-A5BC-A290-6B3873AABC96}"/>
          </ac:spMkLst>
        </pc:spChg>
      </pc:sldChg>
    </pc:docChg>
  </pc:docChgLst>
  <pc:docChgLst>
    <pc:chgData name="Eduardo Camargos - TECWISE" userId="d5ced992-2fb9-4403-9d01-8a01d5ee8efc" providerId="ADAL" clId="{C08CD0F8-E173-4F11-B63D-7E8F48D03ADC}"/>
    <pc:docChg chg="undo custSel modSld">
      <pc:chgData name="Eduardo Camargos - TECWISE" userId="d5ced992-2fb9-4403-9d01-8a01d5ee8efc" providerId="ADAL" clId="{C08CD0F8-E173-4F11-B63D-7E8F48D03ADC}" dt="2025-05-19T12:13:36.299" v="309" actId="6549"/>
      <pc:docMkLst>
        <pc:docMk/>
      </pc:docMkLst>
      <pc:sldChg chg="addSp delSp modSp mod">
        <pc:chgData name="Eduardo Camargos - TECWISE" userId="d5ced992-2fb9-4403-9d01-8a01d5ee8efc" providerId="ADAL" clId="{C08CD0F8-E173-4F11-B63D-7E8F48D03ADC}" dt="2025-05-19T12:10:07.441" v="154" actId="403"/>
        <pc:sldMkLst>
          <pc:docMk/>
          <pc:sldMk cId="1705399451" sldId="2259"/>
        </pc:sldMkLst>
        <pc:spChg chg="mod">
          <ac:chgData name="Eduardo Camargos - TECWISE" userId="d5ced992-2fb9-4403-9d01-8a01d5ee8efc" providerId="ADAL" clId="{C08CD0F8-E173-4F11-B63D-7E8F48D03ADC}" dt="2025-05-19T12:09:31.759" v="147" actId="123"/>
          <ac:spMkLst>
            <pc:docMk/>
            <pc:sldMk cId="1705399451" sldId="2259"/>
            <ac:spMk id="12" creationId="{22B74054-B005-5CFB-FCAF-8995464B9A71}"/>
          </ac:spMkLst>
        </pc:spChg>
        <pc:spChg chg="mod">
          <ac:chgData name="Eduardo Camargos - TECWISE" userId="d5ced992-2fb9-4403-9d01-8a01d5ee8efc" providerId="ADAL" clId="{C08CD0F8-E173-4F11-B63D-7E8F48D03ADC}" dt="2025-05-19T12:09:51.618" v="150" actId="404"/>
          <ac:spMkLst>
            <pc:docMk/>
            <pc:sldMk cId="1705399451" sldId="2259"/>
            <ac:spMk id="13" creationId="{A68EA0AA-45EF-B668-841D-B011352E5853}"/>
          </ac:spMkLst>
        </pc:spChg>
        <pc:spChg chg="mod">
          <ac:chgData name="Eduardo Camargos - TECWISE" userId="d5ced992-2fb9-4403-9d01-8a01d5ee8efc" providerId="ADAL" clId="{C08CD0F8-E173-4F11-B63D-7E8F48D03ADC}" dt="2025-05-19T12:10:07.441" v="154" actId="403"/>
          <ac:spMkLst>
            <pc:docMk/>
            <pc:sldMk cId="1705399451" sldId="2259"/>
            <ac:spMk id="15" creationId="{AA8B5392-2DCF-D372-22F2-4A7EC5577339}"/>
          </ac:spMkLst>
        </pc:spChg>
        <pc:spChg chg="mod">
          <ac:chgData name="Eduardo Camargos - TECWISE" userId="d5ced992-2fb9-4403-9d01-8a01d5ee8efc" providerId="ADAL" clId="{C08CD0F8-E173-4F11-B63D-7E8F48D03ADC}" dt="2025-05-19T12:10:07.441" v="154" actId="403"/>
          <ac:spMkLst>
            <pc:docMk/>
            <pc:sldMk cId="1705399451" sldId="2259"/>
            <ac:spMk id="16" creationId="{D8A731DD-9FCF-855F-84E1-81A7C47AE47B}"/>
          </ac:spMkLst>
        </pc:spChg>
        <pc:spChg chg="mod">
          <ac:chgData name="Eduardo Camargos - TECWISE" userId="d5ced992-2fb9-4403-9d01-8a01d5ee8efc" providerId="ADAL" clId="{C08CD0F8-E173-4F11-B63D-7E8F48D03ADC}" dt="2025-05-19T12:10:07.441" v="154" actId="403"/>
          <ac:spMkLst>
            <pc:docMk/>
            <pc:sldMk cId="1705399451" sldId="2259"/>
            <ac:spMk id="18" creationId="{C8BC41DE-FA89-499F-04F8-695FEA51258E}"/>
          </ac:spMkLst>
        </pc:spChg>
        <pc:spChg chg="mod">
          <ac:chgData name="Eduardo Camargos - TECWISE" userId="d5ced992-2fb9-4403-9d01-8a01d5ee8efc" providerId="ADAL" clId="{C08CD0F8-E173-4F11-B63D-7E8F48D03ADC}" dt="2025-05-19T12:10:07.441" v="154" actId="403"/>
          <ac:spMkLst>
            <pc:docMk/>
            <pc:sldMk cId="1705399451" sldId="2259"/>
            <ac:spMk id="19" creationId="{B14433D8-92A5-DEC4-F920-0450474F9983}"/>
          </ac:spMkLst>
        </pc:spChg>
        <pc:spChg chg="mod">
          <ac:chgData name="Eduardo Camargos - TECWISE" userId="d5ced992-2fb9-4403-9d01-8a01d5ee8efc" providerId="ADAL" clId="{C08CD0F8-E173-4F11-B63D-7E8F48D03ADC}" dt="2025-05-19T12:10:07.441" v="154" actId="403"/>
          <ac:spMkLst>
            <pc:docMk/>
            <pc:sldMk cId="1705399451" sldId="2259"/>
            <ac:spMk id="21" creationId="{EDF1F87A-391F-2EC2-F422-950DDB6059CA}"/>
          </ac:spMkLst>
        </pc:spChg>
        <pc:spChg chg="mod">
          <ac:chgData name="Eduardo Camargos - TECWISE" userId="d5ced992-2fb9-4403-9d01-8a01d5ee8efc" providerId="ADAL" clId="{C08CD0F8-E173-4F11-B63D-7E8F48D03ADC}" dt="2025-05-19T12:10:07.441" v="154" actId="403"/>
          <ac:spMkLst>
            <pc:docMk/>
            <pc:sldMk cId="1705399451" sldId="2259"/>
            <ac:spMk id="22" creationId="{77A36052-D5E0-527D-7D67-D2FBA2AB7D37}"/>
          </ac:spMkLst>
        </pc:spChg>
        <pc:grpChg chg="mod">
          <ac:chgData name="Eduardo Camargos - TECWISE" userId="d5ced992-2fb9-4403-9d01-8a01d5ee8efc" providerId="ADAL" clId="{C08CD0F8-E173-4F11-B63D-7E8F48D03ADC}" dt="2025-05-19T12:09:21.702" v="145" actId="16481"/>
          <ac:grpSpMkLst>
            <pc:docMk/>
            <pc:sldMk cId="1705399451" sldId="2259"/>
            <ac:grpSpMk id="3" creationId="{FC062000-7253-3C1F-F876-0AAAB9AD394F}"/>
          </ac:grpSpMkLst>
        </pc:grpChg>
        <pc:grpChg chg="mod">
          <ac:chgData name="Eduardo Camargos - TECWISE" userId="d5ced992-2fb9-4403-9d01-8a01d5ee8efc" providerId="ADAL" clId="{C08CD0F8-E173-4F11-B63D-7E8F48D03ADC}" dt="2025-05-19T12:07:50.644" v="5" actId="207"/>
          <ac:grpSpMkLst>
            <pc:docMk/>
            <pc:sldMk cId="1705399451" sldId="2259"/>
            <ac:grpSpMk id="14" creationId="{38B984BA-0C7B-C31A-5E52-CA2D14B01609}"/>
          </ac:grpSpMkLst>
        </pc:grpChg>
        <pc:grpChg chg="mod">
          <ac:chgData name="Eduardo Camargos - TECWISE" userId="d5ced992-2fb9-4403-9d01-8a01d5ee8efc" providerId="ADAL" clId="{C08CD0F8-E173-4F11-B63D-7E8F48D03ADC}" dt="2025-05-19T12:07:43.692" v="4" actId="207"/>
          <ac:grpSpMkLst>
            <pc:docMk/>
            <pc:sldMk cId="1705399451" sldId="2259"/>
            <ac:grpSpMk id="17" creationId="{AD05F686-8228-2D10-E5EA-2BAE9449958B}"/>
          </ac:grpSpMkLst>
        </pc:grpChg>
        <pc:grpChg chg="mod">
          <ac:chgData name="Eduardo Camargos - TECWISE" userId="d5ced992-2fb9-4403-9d01-8a01d5ee8efc" providerId="ADAL" clId="{C08CD0F8-E173-4F11-B63D-7E8F48D03ADC}" dt="2025-05-19T12:07:50.644" v="5" actId="207"/>
          <ac:grpSpMkLst>
            <pc:docMk/>
            <pc:sldMk cId="1705399451" sldId="2259"/>
            <ac:grpSpMk id="20" creationId="{6CB57018-7583-A21B-A9F5-4272B7DB4F9B}"/>
          </ac:grpSpMkLst>
        </pc:grpChg>
        <pc:picChg chg="add del mod">
          <ac:chgData name="Eduardo Camargos - TECWISE" userId="d5ced992-2fb9-4403-9d01-8a01d5ee8efc" providerId="ADAL" clId="{C08CD0F8-E173-4F11-B63D-7E8F48D03ADC}" dt="2025-05-19T12:09:23.993" v="146" actId="478"/>
          <ac:picMkLst>
            <pc:docMk/>
            <pc:sldMk cId="1705399451" sldId="2259"/>
            <ac:picMk id="23" creationId="{6566F039-2CD7-BB08-A494-22F07F2EAF2B}"/>
          </ac:picMkLst>
        </pc:picChg>
      </pc:sldChg>
      <pc:sldChg chg="modSp mod">
        <pc:chgData name="Eduardo Camargos - TECWISE" userId="d5ced992-2fb9-4403-9d01-8a01d5ee8efc" providerId="ADAL" clId="{C08CD0F8-E173-4F11-B63D-7E8F48D03ADC}" dt="2025-05-19T12:12:02.864" v="190" actId="20577"/>
        <pc:sldMkLst>
          <pc:docMk/>
          <pc:sldMk cId="3004903757" sldId="2267"/>
        </pc:sldMkLst>
        <pc:spChg chg="mod">
          <ac:chgData name="Eduardo Camargos - TECWISE" userId="d5ced992-2fb9-4403-9d01-8a01d5ee8efc" providerId="ADAL" clId="{C08CD0F8-E173-4F11-B63D-7E8F48D03ADC}" dt="2025-05-19T12:10:50.645" v="165" actId="14100"/>
          <ac:spMkLst>
            <pc:docMk/>
            <pc:sldMk cId="3004903757" sldId="2267"/>
            <ac:spMk id="18" creationId="{25B8F603-1B1C-F9FA-93B4-AC2609A058F5}"/>
          </ac:spMkLst>
        </pc:spChg>
        <pc:spChg chg="mod">
          <ac:chgData name="Eduardo Camargos - TECWISE" userId="d5ced992-2fb9-4403-9d01-8a01d5ee8efc" providerId="ADAL" clId="{C08CD0F8-E173-4F11-B63D-7E8F48D03ADC}" dt="2025-05-19T12:11:32.673" v="175" actId="207"/>
          <ac:spMkLst>
            <pc:docMk/>
            <pc:sldMk cId="3004903757" sldId="2267"/>
            <ac:spMk id="21" creationId="{8E0997E4-99D5-05CB-5F60-02CA9ACBA6DE}"/>
          </ac:spMkLst>
        </pc:spChg>
        <pc:spChg chg="mod">
          <ac:chgData name="Eduardo Camargos - TECWISE" userId="d5ced992-2fb9-4403-9d01-8a01d5ee8efc" providerId="ADAL" clId="{C08CD0F8-E173-4F11-B63D-7E8F48D03ADC}" dt="2025-05-19T12:11:46.831" v="186" actId="20577"/>
          <ac:spMkLst>
            <pc:docMk/>
            <pc:sldMk cId="3004903757" sldId="2267"/>
            <ac:spMk id="22" creationId="{C7FC3171-C535-CD16-DB47-5C57FE6CED95}"/>
          </ac:spMkLst>
        </pc:spChg>
        <pc:spChg chg="mod">
          <ac:chgData name="Eduardo Camargos - TECWISE" userId="d5ced992-2fb9-4403-9d01-8a01d5ee8efc" providerId="ADAL" clId="{C08CD0F8-E173-4F11-B63D-7E8F48D03ADC}" dt="2025-05-19T12:11:28.562" v="174" actId="207"/>
          <ac:spMkLst>
            <pc:docMk/>
            <pc:sldMk cId="3004903757" sldId="2267"/>
            <ac:spMk id="29" creationId="{CCAF20E3-DC87-EA80-5D22-2DFBC2817445}"/>
          </ac:spMkLst>
        </pc:spChg>
        <pc:spChg chg="mod">
          <ac:chgData name="Eduardo Camargos - TECWISE" userId="d5ced992-2fb9-4403-9d01-8a01d5ee8efc" providerId="ADAL" clId="{C08CD0F8-E173-4F11-B63D-7E8F48D03ADC}" dt="2025-05-19T12:12:02.864" v="190" actId="20577"/>
          <ac:spMkLst>
            <pc:docMk/>
            <pc:sldMk cId="3004903757" sldId="2267"/>
            <ac:spMk id="30" creationId="{1021A720-ADA8-AE32-418C-BDB406F394C7}"/>
          </ac:spMkLst>
        </pc:spChg>
        <pc:picChg chg="mod">
          <ac:chgData name="Eduardo Camargos - TECWISE" userId="d5ced992-2fb9-4403-9d01-8a01d5ee8efc" providerId="ADAL" clId="{C08CD0F8-E173-4F11-B63D-7E8F48D03ADC}" dt="2025-05-19T12:11:08.673" v="168" actId="1036"/>
          <ac:picMkLst>
            <pc:docMk/>
            <pc:sldMk cId="3004903757" sldId="2267"/>
            <ac:picMk id="23" creationId="{31BB038C-5018-17B5-D6D3-76F0C0BC60FF}"/>
          </ac:picMkLst>
        </pc:picChg>
        <pc:picChg chg="mod">
          <ac:chgData name="Eduardo Camargos - TECWISE" userId="d5ced992-2fb9-4403-9d01-8a01d5ee8efc" providerId="ADAL" clId="{C08CD0F8-E173-4F11-B63D-7E8F48D03ADC}" dt="2025-05-19T12:11:08.673" v="168" actId="1036"/>
          <ac:picMkLst>
            <pc:docMk/>
            <pc:sldMk cId="3004903757" sldId="2267"/>
            <ac:picMk id="24" creationId="{B3825A93-6D40-6106-9377-BE447357ED8D}"/>
          </ac:picMkLst>
        </pc:picChg>
        <pc:picChg chg="mod">
          <ac:chgData name="Eduardo Camargos - TECWISE" userId="d5ced992-2fb9-4403-9d01-8a01d5ee8efc" providerId="ADAL" clId="{C08CD0F8-E173-4F11-B63D-7E8F48D03ADC}" dt="2025-05-19T12:11:08.673" v="168" actId="1036"/>
          <ac:picMkLst>
            <pc:docMk/>
            <pc:sldMk cId="3004903757" sldId="2267"/>
            <ac:picMk id="25" creationId="{2390EE8C-F4FE-2ED2-6216-769FA7A82522}"/>
          </ac:picMkLst>
        </pc:picChg>
        <pc:picChg chg="mod">
          <ac:chgData name="Eduardo Camargos - TECWISE" userId="d5ced992-2fb9-4403-9d01-8a01d5ee8efc" providerId="ADAL" clId="{C08CD0F8-E173-4F11-B63D-7E8F48D03ADC}" dt="2025-05-19T12:11:17.163" v="172" actId="1035"/>
          <ac:picMkLst>
            <pc:docMk/>
            <pc:sldMk cId="3004903757" sldId="2267"/>
            <ac:picMk id="26" creationId="{035235A3-DA82-A51A-40DE-9A2F23DE12C0}"/>
          </ac:picMkLst>
        </pc:picChg>
        <pc:picChg chg="mod">
          <ac:chgData name="Eduardo Camargos - TECWISE" userId="d5ced992-2fb9-4403-9d01-8a01d5ee8efc" providerId="ADAL" clId="{C08CD0F8-E173-4F11-B63D-7E8F48D03ADC}" dt="2025-05-19T12:11:17.163" v="172" actId="1035"/>
          <ac:picMkLst>
            <pc:docMk/>
            <pc:sldMk cId="3004903757" sldId="2267"/>
            <ac:picMk id="27" creationId="{FC7B3FD3-1524-A087-6653-F908BADF1958}"/>
          </ac:picMkLst>
        </pc:picChg>
        <pc:picChg chg="mod">
          <ac:chgData name="Eduardo Camargos - TECWISE" userId="d5ced992-2fb9-4403-9d01-8a01d5ee8efc" providerId="ADAL" clId="{C08CD0F8-E173-4F11-B63D-7E8F48D03ADC}" dt="2025-05-19T12:11:17.163" v="172" actId="1035"/>
          <ac:picMkLst>
            <pc:docMk/>
            <pc:sldMk cId="3004903757" sldId="2267"/>
            <ac:picMk id="28" creationId="{00C40D50-C19F-B3D8-FA61-90D283878ACB}"/>
          </ac:picMkLst>
        </pc:picChg>
      </pc:sldChg>
      <pc:sldChg chg="modSp mod">
        <pc:chgData name="Eduardo Camargos - TECWISE" userId="d5ced992-2fb9-4403-9d01-8a01d5ee8efc" providerId="ADAL" clId="{C08CD0F8-E173-4F11-B63D-7E8F48D03ADC}" dt="2025-05-19T12:13:36.299" v="309" actId="6549"/>
        <pc:sldMkLst>
          <pc:docMk/>
          <pc:sldMk cId="2318960982" sldId="2268"/>
        </pc:sldMkLst>
        <pc:spChg chg="mod">
          <ac:chgData name="Eduardo Camargos - TECWISE" userId="d5ced992-2fb9-4403-9d01-8a01d5ee8efc" providerId="ADAL" clId="{C08CD0F8-E173-4F11-B63D-7E8F48D03ADC}" dt="2025-05-19T12:13:36.299" v="309" actId="6549"/>
          <ac:spMkLst>
            <pc:docMk/>
            <pc:sldMk cId="2318960982" sldId="2268"/>
            <ac:spMk id="27" creationId="{1AC84DC8-CB24-A5BC-A290-6B3873AABC96}"/>
          </ac:spMkLst>
        </pc:spChg>
      </pc:sldChg>
    </pc:docChg>
  </pc:docChgLst>
  <pc:docChgLst>
    <pc:chgData name="Livian Matias - TECWISE" userId="fd50b48e-d674-4bdf-bcd6-2bf35cac6058" providerId="ADAL" clId="{E3903C5B-D1BC-4047-9729-95F5A9951CA2}"/>
    <pc:docChg chg="undo custSel addSld delSld modSld addMainMaster delMainMaster">
      <pc:chgData name="Livian Matias - TECWISE" userId="fd50b48e-d674-4bdf-bcd6-2bf35cac6058" providerId="ADAL" clId="{E3903C5B-D1BC-4047-9729-95F5A9951CA2}" dt="2025-05-13T17:52:12.259" v="166" actId="14100"/>
      <pc:docMkLst>
        <pc:docMk/>
      </pc:docMkLst>
      <pc:sldChg chg="modSp mod setBg">
        <pc:chgData name="Livian Matias - TECWISE" userId="fd50b48e-d674-4bdf-bcd6-2bf35cac6058" providerId="ADAL" clId="{E3903C5B-D1BC-4047-9729-95F5A9951CA2}" dt="2025-05-13T17:49:32.777" v="149"/>
        <pc:sldMkLst>
          <pc:docMk/>
          <pc:sldMk cId="3640709495" sldId="256"/>
        </pc:sldMkLst>
        <pc:spChg chg="mod">
          <ac:chgData name="Livian Matias - TECWISE" userId="fd50b48e-d674-4bdf-bcd6-2bf35cac6058" providerId="ADAL" clId="{E3903C5B-D1BC-4047-9729-95F5A9951CA2}" dt="2025-05-13T17:39:24.614" v="54" actId="20577"/>
          <ac:spMkLst>
            <pc:docMk/>
            <pc:sldMk cId="3640709495" sldId="256"/>
            <ac:spMk id="2" creationId="{E2C4CC9D-42B9-919C-32BE-7D824F0AF41B}"/>
          </ac:spMkLst>
        </pc:spChg>
      </pc:sldChg>
      <pc:sldChg chg="setBg">
        <pc:chgData name="Livian Matias - TECWISE" userId="fd50b48e-d674-4bdf-bcd6-2bf35cac6058" providerId="ADAL" clId="{E3903C5B-D1BC-4047-9729-95F5A9951CA2}" dt="2025-05-13T17:49:32.777" v="149"/>
        <pc:sldMkLst>
          <pc:docMk/>
          <pc:sldMk cId="4046459247" sldId="2218"/>
        </pc:sldMkLst>
      </pc:sldChg>
      <pc:sldChg chg="del">
        <pc:chgData name="Livian Matias - TECWISE" userId="fd50b48e-d674-4bdf-bcd6-2bf35cac6058" providerId="ADAL" clId="{E3903C5B-D1BC-4047-9729-95F5A9951CA2}" dt="2025-05-13T17:44:32.178" v="102" actId="2696"/>
        <pc:sldMkLst>
          <pc:docMk/>
          <pc:sldMk cId="724598478" sldId="2253"/>
        </pc:sldMkLst>
      </pc:sldChg>
      <pc:sldChg chg="addSp delSp modSp mod modAnim">
        <pc:chgData name="Livian Matias - TECWISE" userId="fd50b48e-d674-4bdf-bcd6-2bf35cac6058" providerId="ADAL" clId="{E3903C5B-D1BC-4047-9729-95F5A9951CA2}" dt="2025-05-13T17:41:24.518" v="65"/>
        <pc:sldMkLst>
          <pc:docMk/>
          <pc:sldMk cId="1705399451" sldId="2259"/>
        </pc:sldMkLst>
        <pc:spChg chg="mod">
          <ac:chgData name="Livian Matias - TECWISE" userId="fd50b48e-d674-4bdf-bcd6-2bf35cac6058" providerId="ADAL" clId="{E3903C5B-D1BC-4047-9729-95F5A9951CA2}" dt="2025-05-13T17:40:37.424" v="64"/>
          <ac:spMkLst>
            <pc:docMk/>
            <pc:sldMk cId="1705399451" sldId="2259"/>
            <ac:spMk id="2" creationId="{E85B9F69-4F5E-9E57-7DC9-0F26E5E6BD70}"/>
          </ac:spMkLst>
        </pc:spChg>
        <pc:spChg chg="mod">
          <ac:chgData name="Livian Matias - TECWISE" userId="fd50b48e-d674-4bdf-bcd6-2bf35cac6058" providerId="ADAL" clId="{E3903C5B-D1BC-4047-9729-95F5A9951CA2}" dt="2025-05-13T17:41:24.518" v="65"/>
          <ac:spMkLst>
            <pc:docMk/>
            <pc:sldMk cId="1705399451" sldId="2259"/>
            <ac:spMk id="6" creationId="{8AC92777-DC41-61CB-9839-88C3D263A4ED}"/>
          </ac:spMkLst>
        </pc:spChg>
        <pc:spChg chg="mod">
          <ac:chgData name="Livian Matias - TECWISE" userId="fd50b48e-d674-4bdf-bcd6-2bf35cac6058" providerId="ADAL" clId="{E3903C5B-D1BC-4047-9729-95F5A9951CA2}" dt="2025-05-13T17:41:24.518" v="65"/>
          <ac:spMkLst>
            <pc:docMk/>
            <pc:sldMk cId="1705399451" sldId="2259"/>
            <ac:spMk id="7" creationId="{82B26017-2D42-5272-8458-3503838CCE4D}"/>
          </ac:spMkLst>
        </pc:spChg>
        <pc:spChg chg="mod">
          <ac:chgData name="Livian Matias - TECWISE" userId="fd50b48e-d674-4bdf-bcd6-2bf35cac6058" providerId="ADAL" clId="{E3903C5B-D1BC-4047-9729-95F5A9951CA2}" dt="2025-05-13T17:41:24.518" v="65"/>
          <ac:spMkLst>
            <pc:docMk/>
            <pc:sldMk cId="1705399451" sldId="2259"/>
            <ac:spMk id="10" creationId="{468BC71E-5E36-7030-8BF5-2B7E02CF729E}"/>
          </ac:spMkLst>
        </pc:spChg>
        <pc:spChg chg="mod">
          <ac:chgData name="Livian Matias - TECWISE" userId="fd50b48e-d674-4bdf-bcd6-2bf35cac6058" providerId="ADAL" clId="{E3903C5B-D1BC-4047-9729-95F5A9951CA2}" dt="2025-05-13T17:41:24.518" v="65"/>
          <ac:spMkLst>
            <pc:docMk/>
            <pc:sldMk cId="1705399451" sldId="2259"/>
            <ac:spMk id="11" creationId="{347DA6BC-4E43-A814-0600-555CF2FFE239}"/>
          </ac:spMkLst>
        </pc:spChg>
        <pc:spChg chg="add mod">
          <ac:chgData name="Livian Matias - TECWISE" userId="fd50b48e-d674-4bdf-bcd6-2bf35cac6058" providerId="ADAL" clId="{E3903C5B-D1BC-4047-9729-95F5A9951CA2}" dt="2025-05-13T17:41:24.518" v="65"/>
          <ac:spMkLst>
            <pc:docMk/>
            <pc:sldMk cId="1705399451" sldId="2259"/>
            <ac:spMk id="12" creationId="{22B74054-B005-5CFB-FCAF-8995464B9A71}"/>
          </ac:spMkLst>
        </pc:spChg>
        <pc:spChg chg="add mod">
          <ac:chgData name="Livian Matias - TECWISE" userId="fd50b48e-d674-4bdf-bcd6-2bf35cac6058" providerId="ADAL" clId="{E3903C5B-D1BC-4047-9729-95F5A9951CA2}" dt="2025-05-13T17:41:24.518" v="65"/>
          <ac:spMkLst>
            <pc:docMk/>
            <pc:sldMk cId="1705399451" sldId="2259"/>
            <ac:spMk id="13" creationId="{A68EA0AA-45EF-B668-841D-B011352E5853}"/>
          </ac:spMkLst>
        </pc:spChg>
        <pc:spChg chg="mod">
          <ac:chgData name="Livian Matias - TECWISE" userId="fd50b48e-d674-4bdf-bcd6-2bf35cac6058" providerId="ADAL" clId="{E3903C5B-D1BC-4047-9729-95F5A9951CA2}" dt="2025-05-13T17:41:24.518" v="65"/>
          <ac:spMkLst>
            <pc:docMk/>
            <pc:sldMk cId="1705399451" sldId="2259"/>
            <ac:spMk id="16" creationId="{D8A731DD-9FCF-855F-84E1-81A7C47AE47B}"/>
          </ac:spMkLst>
        </pc:spChg>
        <pc:spChg chg="mod">
          <ac:chgData name="Livian Matias - TECWISE" userId="fd50b48e-d674-4bdf-bcd6-2bf35cac6058" providerId="ADAL" clId="{E3903C5B-D1BC-4047-9729-95F5A9951CA2}" dt="2025-05-13T17:41:24.518" v="65"/>
          <ac:spMkLst>
            <pc:docMk/>
            <pc:sldMk cId="1705399451" sldId="2259"/>
            <ac:spMk id="18" creationId="{C8BC41DE-FA89-499F-04F8-695FEA51258E}"/>
          </ac:spMkLst>
        </pc:spChg>
        <pc:spChg chg="mod">
          <ac:chgData name="Livian Matias - TECWISE" userId="fd50b48e-d674-4bdf-bcd6-2bf35cac6058" providerId="ADAL" clId="{E3903C5B-D1BC-4047-9729-95F5A9951CA2}" dt="2025-05-13T17:41:24.518" v="65"/>
          <ac:spMkLst>
            <pc:docMk/>
            <pc:sldMk cId="1705399451" sldId="2259"/>
            <ac:spMk id="19" creationId="{B14433D8-92A5-DEC4-F920-0450474F9983}"/>
          </ac:spMkLst>
        </pc:spChg>
        <pc:spChg chg="mod">
          <ac:chgData name="Livian Matias - TECWISE" userId="fd50b48e-d674-4bdf-bcd6-2bf35cac6058" providerId="ADAL" clId="{E3903C5B-D1BC-4047-9729-95F5A9951CA2}" dt="2025-05-13T17:41:24.518" v="65"/>
          <ac:spMkLst>
            <pc:docMk/>
            <pc:sldMk cId="1705399451" sldId="2259"/>
            <ac:spMk id="22" creationId="{77A36052-D5E0-527D-7D67-D2FBA2AB7D37}"/>
          </ac:spMkLst>
        </pc:spChg>
        <pc:picChg chg="del">
          <ac:chgData name="Livian Matias - TECWISE" userId="fd50b48e-d674-4bdf-bcd6-2bf35cac6058" providerId="ADAL" clId="{E3903C5B-D1BC-4047-9729-95F5A9951CA2}" dt="2025-05-13T17:39:44.562" v="55" actId="478"/>
          <ac:picMkLst>
            <pc:docMk/>
            <pc:sldMk cId="1705399451" sldId="2259"/>
            <ac:picMk id="5" creationId="{1F147897-1D5C-6E59-4320-8F0376245E0B}"/>
          </ac:picMkLst>
        </pc:picChg>
      </pc:sldChg>
      <pc:sldChg chg="del">
        <pc:chgData name="Livian Matias - TECWISE" userId="fd50b48e-d674-4bdf-bcd6-2bf35cac6058" providerId="ADAL" clId="{E3903C5B-D1BC-4047-9729-95F5A9951CA2}" dt="2025-05-13T17:44:32.178" v="102" actId="2696"/>
        <pc:sldMkLst>
          <pc:docMk/>
          <pc:sldMk cId="2073420638" sldId="2261"/>
        </pc:sldMkLst>
      </pc:sldChg>
      <pc:sldChg chg="del">
        <pc:chgData name="Livian Matias - TECWISE" userId="fd50b48e-d674-4bdf-bcd6-2bf35cac6058" providerId="ADAL" clId="{E3903C5B-D1BC-4047-9729-95F5A9951CA2}" dt="2025-05-13T17:44:32.178" v="102" actId="2696"/>
        <pc:sldMkLst>
          <pc:docMk/>
          <pc:sldMk cId="964410296" sldId="2262"/>
        </pc:sldMkLst>
      </pc:sldChg>
      <pc:sldChg chg="del">
        <pc:chgData name="Livian Matias - TECWISE" userId="fd50b48e-d674-4bdf-bcd6-2bf35cac6058" providerId="ADAL" clId="{E3903C5B-D1BC-4047-9729-95F5A9951CA2}" dt="2025-05-13T17:44:32.178" v="102" actId="2696"/>
        <pc:sldMkLst>
          <pc:docMk/>
          <pc:sldMk cId="684028897" sldId="2263"/>
        </pc:sldMkLst>
      </pc:sldChg>
      <pc:sldChg chg="del">
        <pc:chgData name="Livian Matias - TECWISE" userId="fd50b48e-d674-4bdf-bcd6-2bf35cac6058" providerId="ADAL" clId="{E3903C5B-D1BC-4047-9729-95F5A9951CA2}" dt="2025-05-13T17:44:23.389" v="101" actId="2696"/>
        <pc:sldMkLst>
          <pc:docMk/>
          <pc:sldMk cId="110229155" sldId="2264"/>
        </pc:sldMkLst>
      </pc:sldChg>
      <pc:sldChg chg="addSp delSp modSp mod">
        <pc:chgData name="Livian Matias - TECWISE" userId="fd50b48e-d674-4bdf-bcd6-2bf35cac6058" providerId="ADAL" clId="{E3903C5B-D1BC-4047-9729-95F5A9951CA2}" dt="2025-05-13T17:42:56.400" v="86"/>
        <pc:sldMkLst>
          <pc:docMk/>
          <pc:sldMk cId="3004903757" sldId="2267"/>
        </pc:sldMkLst>
        <pc:spChg chg="mod">
          <ac:chgData name="Livian Matias - TECWISE" userId="fd50b48e-d674-4bdf-bcd6-2bf35cac6058" providerId="ADAL" clId="{E3903C5B-D1BC-4047-9729-95F5A9951CA2}" dt="2025-05-13T17:41:51.180" v="80" actId="20577"/>
          <ac:spMkLst>
            <pc:docMk/>
            <pc:sldMk cId="3004903757" sldId="2267"/>
            <ac:spMk id="2" creationId="{39C84ADC-48A8-C41C-3FC5-F32CE8AA20C3}"/>
          </ac:spMkLst>
        </pc:spChg>
        <pc:spChg chg="del">
          <ac:chgData name="Livian Matias - TECWISE" userId="fd50b48e-d674-4bdf-bcd6-2bf35cac6058" providerId="ADAL" clId="{E3903C5B-D1BC-4047-9729-95F5A9951CA2}" dt="2025-05-13T17:39:52.800" v="58" actId="478"/>
          <ac:spMkLst>
            <pc:docMk/>
            <pc:sldMk cId="3004903757" sldId="2267"/>
            <ac:spMk id="3" creationId="{FDA1CAB8-3137-05C7-C4A8-37326590F93A}"/>
          </ac:spMkLst>
        </pc:spChg>
        <pc:spChg chg="add del mod">
          <ac:chgData name="Livian Matias - TECWISE" userId="fd50b48e-d674-4bdf-bcd6-2bf35cac6058" providerId="ADAL" clId="{E3903C5B-D1BC-4047-9729-95F5A9951CA2}" dt="2025-05-13T17:42:39.070" v="82" actId="478"/>
          <ac:spMkLst>
            <pc:docMk/>
            <pc:sldMk cId="3004903757" sldId="2267"/>
            <ac:spMk id="4" creationId="{7DA32A30-559B-D3E1-39CA-B1E72475D3A0}"/>
          </ac:spMkLst>
        </pc:spChg>
        <pc:spChg chg="add del mod">
          <ac:chgData name="Livian Matias - TECWISE" userId="fd50b48e-d674-4bdf-bcd6-2bf35cac6058" providerId="ADAL" clId="{E3903C5B-D1BC-4047-9729-95F5A9951CA2}" dt="2025-05-13T17:42:39.070" v="82" actId="478"/>
          <ac:spMkLst>
            <pc:docMk/>
            <pc:sldMk cId="3004903757" sldId="2267"/>
            <ac:spMk id="5" creationId="{BCEC1D7B-5DEF-C29B-980A-35B0BC375D6B}"/>
          </ac:spMkLst>
        </pc:spChg>
        <pc:spChg chg="add del mod">
          <ac:chgData name="Livian Matias - TECWISE" userId="fd50b48e-d674-4bdf-bcd6-2bf35cac6058" providerId="ADAL" clId="{E3903C5B-D1BC-4047-9729-95F5A9951CA2}" dt="2025-05-13T17:42:39.070" v="82" actId="478"/>
          <ac:spMkLst>
            <pc:docMk/>
            <pc:sldMk cId="3004903757" sldId="2267"/>
            <ac:spMk id="6" creationId="{3B839E0E-1378-8C4D-7191-B39D96A6CB50}"/>
          </ac:spMkLst>
        </pc:spChg>
        <pc:spChg chg="add del mod">
          <ac:chgData name="Livian Matias - TECWISE" userId="fd50b48e-d674-4bdf-bcd6-2bf35cac6058" providerId="ADAL" clId="{E3903C5B-D1BC-4047-9729-95F5A9951CA2}" dt="2025-05-13T17:42:39.070" v="82" actId="478"/>
          <ac:spMkLst>
            <pc:docMk/>
            <pc:sldMk cId="3004903757" sldId="2267"/>
            <ac:spMk id="7" creationId="{0BA7E117-AEC9-0034-99D3-6ECFAC6B7EA2}"/>
          </ac:spMkLst>
        </pc:spChg>
        <pc:spChg chg="add del mod">
          <ac:chgData name="Livian Matias - TECWISE" userId="fd50b48e-d674-4bdf-bcd6-2bf35cac6058" providerId="ADAL" clId="{E3903C5B-D1BC-4047-9729-95F5A9951CA2}" dt="2025-05-13T17:42:39.070" v="82" actId="478"/>
          <ac:spMkLst>
            <pc:docMk/>
            <pc:sldMk cId="3004903757" sldId="2267"/>
            <ac:spMk id="8" creationId="{ADC4ABBF-9182-1969-0EE9-E88B448F6A92}"/>
          </ac:spMkLst>
        </pc:spChg>
        <pc:spChg chg="add del mod">
          <ac:chgData name="Livian Matias - TECWISE" userId="fd50b48e-d674-4bdf-bcd6-2bf35cac6058" providerId="ADAL" clId="{E3903C5B-D1BC-4047-9729-95F5A9951CA2}" dt="2025-05-13T17:42:39.070" v="82" actId="478"/>
          <ac:spMkLst>
            <pc:docMk/>
            <pc:sldMk cId="3004903757" sldId="2267"/>
            <ac:spMk id="15" creationId="{234B03E0-24E5-FB2E-8A73-5FB8EFD0DEBE}"/>
          </ac:spMkLst>
        </pc:spChg>
        <pc:spChg chg="add mod">
          <ac:chgData name="Livian Matias - TECWISE" userId="fd50b48e-d674-4bdf-bcd6-2bf35cac6058" providerId="ADAL" clId="{E3903C5B-D1BC-4047-9729-95F5A9951CA2}" dt="2025-05-13T17:42:40.427" v="83"/>
          <ac:spMkLst>
            <pc:docMk/>
            <pc:sldMk cId="3004903757" sldId="2267"/>
            <ac:spMk id="18" creationId="{25B8F603-1B1C-F9FA-93B4-AC2609A058F5}"/>
          </ac:spMkLst>
        </pc:spChg>
        <pc:spChg chg="add mod">
          <ac:chgData name="Livian Matias - TECWISE" userId="fd50b48e-d674-4bdf-bcd6-2bf35cac6058" providerId="ADAL" clId="{E3903C5B-D1BC-4047-9729-95F5A9951CA2}" dt="2025-05-13T17:42:40.427" v="83"/>
          <ac:spMkLst>
            <pc:docMk/>
            <pc:sldMk cId="3004903757" sldId="2267"/>
            <ac:spMk id="19" creationId="{BF99970F-D606-8A07-9E93-C7C0F6B76BEF}"/>
          </ac:spMkLst>
        </pc:spChg>
        <pc:spChg chg="add mod">
          <ac:chgData name="Livian Matias - TECWISE" userId="fd50b48e-d674-4bdf-bcd6-2bf35cac6058" providerId="ADAL" clId="{E3903C5B-D1BC-4047-9729-95F5A9951CA2}" dt="2025-05-13T17:42:40.427" v="83"/>
          <ac:spMkLst>
            <pc:docMk/>
            <pc:sldMk cId="3004903757" sldId="2267"/>
            <ac:spMk id="20" creationId="{00F11CFE-AF2A-1899-2196-8DE92C62CB50}"/>
          </ac:spMkLst>
        </pc:spChg>
        <pc:spChg chg="add mod">
          <ac:chgData name="Livian Matias - TECWISE" userId="fd50b48e-d674-4bdf-bcd6-2bf35cac6058" providerId="ADAL" clId="{E3903C5B-D1BC-4047-9729-95F5A9951CA2}" dt="2025-05-13T17:42:40.427" v="83"/>
          <ac:spMkLst>
            <pc:docMk/>
            <pc:sldMk cId="3004903757" sldId="2267"/>
            <ac:spMk id="21" creationId="{8E0997E4-99D5-05CB-5F60-02CA9ACBA6DE}"/>
          </ac:spMkLst>
        </pc:spChg>
        <pc:spChg chg="add mod">
          <ac:chgData name="Livian Matias - TECWISE" userId="fd50b48e-d674-4bdf-bcd6-2bf35cac6058" providerId="ADAL" clId="{E3903C5B-D1BC-4047-9729-95F5A9951CA2}" dt="2025-05-13T17:42:40.427" v="83"/>
          <ac:spMkLst>
            <pc:docMk/>
            <pc:sldMk cId="3004903757" sldId="2267"/>
            <ac:spMk id="22" creationId="{C7FC3171-C535-CD16-DB47-5C57FE6CED95}"/>
          </ac:spMkLst>
        </pc:spChg>
        <pc:spChg chg="add mod">
          <ac:chgData name="Livian Matias - TECWISE" userId="fd50b48e-d674-4bdf-bcd6-2bf35cac6058" providerId="ADAL" clId="{E3903C5B-D1BC-4047-9729-95F5A9951CA2}" dt="2025-05-13T17:42:40.427" v="83"/>
          <ac:spMkLst>
            <pc:docMk/>
            <pc:sldMk cId="3004903757" sldId="2267"/>
            <ac:spMk id="29" creationId="{CCAF20E3-DC87-EA80-5D22-2DFBC2817445}"/>
          </ac:spMkLst>
        </pc:spChg>
        <pc:spChg chg="add mod">
          <ac:chgData name="Livian Matias - TECWISE" userId="fd50b48e-d674-4bdf-bcd6-2bf35cac6058" providerId="ADAL" clId="{E3903C5B-D1BC-4047-9729-95F5A9951CA2}" dt="2025-05-13T17:42:40.427" v="83"/>
          <ac:spMkLst>
            <pc:docMk/>
            <pc:sldMk cId="3004903757" sldId="2267"/>
            <ac:spMk id="30" creationId="{1021A720-ADA8-AE32-418C-BDB406F394C7}"/>
          </ac:spMkLst>
        </pc:spChg>
        <pc:spChg chg="add del mod">
          <ac:chgData name="Livian Matias - TECWISE" userId="fd50b48e-d674-4bdf-bcd6-2bf35cac6058" providerId="ADAL" clId="{E3903C5B-D1BC-4047-9729-95F5A9951CA2}" dt="2025-05-13T17:42:52.397" v="85" actId="478"/>
          <ac:spMkLst>
            <pc:docMk/>
            <pc:sldMk cId="3004903757" sldId="2267"/>
            <ac:spMk id="33" creationId="{4C25D8A3-480E-B9B6-F7FF-9DA7DF9BBC43}"/>
          </ac:spMkLst>
        </pc:spChg>
        <pc:spChg chg="add del mod">
          <ac:chgData name="Livian Matias - TECWISE" userId="fd50b48e-d674-4bdf-bcd6-2bf35cac6058" providerId="ADAL" clId="{E3903C5B-D1BC-4047-9729-95F5A9951CA2}" dt="2025-05-13T17:42:52.397" v="85" actId="478"/>
          <ac:spMkLst>
            <pc:docMk/>
            <pc:sldMk cId="3004903757" sldId="2267"/>
            <ac:spMk id="34" creationId="{FE184C0E-C9BA-B4DC-F238-C9C58DE42B31}"/>
          </ac:spMkLst>
        </pc:spChg>
        <pc:spChg chg="add del mod">
          <ac:chgData name="Livian Matias - TECWISE" userId="fd50b48e-d674-4bdf-bcd6-2bf35cac6058" providerId="ADAL" clId="{E3903C5B-D1BC-4047-9729-95F5A9951CA2}" dt="2025-05-13T17:42:52.397" v="85" actId="478"/>
          <ac:spMkLst>
            <pc:docMk/>
            <pc:sldMk cId="3004903757" sldId="2267"/>
            <ac:spMk id="35" creationId="{8B43623F-DE5F-FFED-A440-DEC1E0B4BB59}"/>
          </ac:spMkLst>
        </pc:spChg>
        <pc:spChg chg="add del mod">
          <ac:chgData name="Livian Matias - TECWISE" userId="fd50b48e-d674-4bdf-bcd6-2bf35cac6058" providerId="ADAL" clId="{E3903C5B-D1BC-4047-9729-95F5A9951CA2}" dt="2025-05-13T17:42:52.397" v="85" actId="478"/>
          <ac:spMkLst>
            <pc:docMk/>
            <pc:sldMk cId="3004903757" sldId="2267"/>
            <ac:spMk id="36" creationId="{DD9406D4-E4BA-2EC0-174C-F705E26B930B}"/>
          </ac:spMkLst>
        </pc:spChg>
        <pc:spChg chg="add del mod">
          <ac:chgData name="Livian Matias - TECWISE" userId="fd50b48e-d674-4bdf-bcd6-2bf35cac6058" providerId="ADAL" clId="{E3903C5B-D1BC-4047-9729-95F5A9951CA2}" dt="2025-05-13T17:42:52.397" v="85" actId="478"/>
          <ac:spMkLst>
            <pc:docMk/>
            <pc:sldMk cId="3004903757" sldId="2267"/>
            <ac:spMk id="37" creationId="{B61C6267-7BEE-3E5D-B8F8-83B2B79ACBA8}"/>
          </ac:spMkLst>
        </pc:spChg>
        <pc:spChg chg="add del mod">
          <ac:chgData name="Livian Matias - TECWISE" userId="fd50b48e-d674-4bdf-bcd6-2bf35cac6058" providerId="ADAL" clId="{E3903C5B-D1BC-4047-9729-95F5A9951CA2}" dt="2025-05-13T17:42:52.397" v="85" actId="478"/>
          <ac:spMkLst>
            <pc:docMk/>
            <pc:sldMk cId="3004903757" sldId="2267"/>
            <ac:spMk id="44" creationId="{9263853D-AE5B-CA83-D7E6-9EFDFCCA280F}"/>
          </ac:spMkLst>
        </pc:spChg>
        <pc:spChg chg="add del mod">
          <ac:chgData name="Livian Matias - TECWISE" userId="fd50b48e-d674-4bdf-bcd6-2bf35cac6058" providerId="ADAL" clId="{E3903C5B-D1BC-4047-9729-95F5A9951CA2}" dt="2025-05-13T17:42:52.397" v="85" actId="478"/>
          <ac:spMkLst>
            <pc:docMk/>
            <pc:sldMk cId="3004903757" sldId="2267"/>
            <ac:spMk id="45" creationId="{D887E48A-CEA5-BE30-F2FE-F3EE86F96248}"/>
          </ac:spMkLst>
        </pc:spChg>
        <pc:spChg chg="add mod">
          <ac:chgData name="Livian Matias - TECWISE" userId="fd50b48e-d674-4bdf-bcd6-2bf35cac6058" providerId="ADAL" clId="{E3903C5B-D1BC-4047-9729-95F5A9951CA2}" dt="2025-05-13T17:42:56.400" v="86"/>
          <ac:spMkLst>
            <pc:docMk/>
            <pc:sldMk cId="3004903757" sldId="2267"/>
            <ac:spMk id="48" creationId="{CB7ABA5D-9C03-CA00-087E-68DAF3A7526B}"/>
          </ac:spMkLst>
        </pc:spChg>
        <pc:picChg chg="add del mod">
          <ac:chgData name="Livian Matias - TECWISE" userId="fd50b48e-d674-4bdf-bcd6-2bf35cac6058" providerId="ADAL" clId="{E3903C5B-D1BC-4047-9729-95F5A9951CA2}" dt="2025-05-13T17:42:39.070" v="82" actId="478"/>
          <ac:picMkLst>
            <pc:docMk/>
            <pc:sldMk cId="3004903757" sldId="2267"/>
            <ac:picMk id="11" creationId="{628D498D-36B1-3142-01A9-BF753D8D6694}"/>
          </ac:picMkLst>
        </pc:picChg>
        <pc:picChg chg="add del mod">
          <ac:chgData name="Livian Matias - TECWISE" userId="fd50b48e-d674-4bdf-bcd6-2bf35cac6058" providerId="ADAL" clId="{E3903C5B-D1BC-4047-9729-95F5A9951CA2}" dt="2025-05-13T17:42:39.070" v="82" actId="478"/>
          <ac:picMkLst>
            <pc:docMk/>
            <pc:sldMk cId="3004903757" sldId="2267"/>
            <ac:picMk id="12" creationId="{C8383548-EAA2-5F2D-986F-B4DAFB555200}"/>
          </ac:picMkLst>
        </pc:picChg>
        <pc:picChg chg="add del mod">
          <ac:chgData name="Livian Matias - TECWISE" userId="fd50b48e-d674-4bdf-bcd6-2bf35cac6058" providerId="ADAL" clId="{E3903C5B-D1BC-4047-9729-95F5A9951CA2}" dt="2025-05-13T17:42:39.070" v="82" actId="478"/>
          <ac:picMkLst>
            <pc:docMk/>
            <pc:sldMk cId="3004903757" sldId="2267"/>
            <ac:picMk id="16" creationId="{BB41AC7A-2094-BA54-1957-39421D2B1A68}"/>
          </ac:picMkLst>
        </pc:picChg>
        <pc:picChg chg="add del mod">
          <ac:chgData name="Livian Matias - TECWISE" userId="fd50b48e-d674-4bdf-bcd6-2bf35cac6058" providerId="ADAL" clId="{E3903C5B-D1BC-4047-9729-95F5A9951CA2}" dt="2025-05-13T17:42:39.070" v="82" actId="478"/>
          <ac:picMkLst>
            <pc:docMk/>
            <pc:sldMk cId="3004903757" sldId="2267"/>
            <ac:picMk id="17" creationId="{2E614920-206C-DEF9-E57C-E1AE00CF626F}"/>
          </ac:picMkLst>
        </pc:picChg>
        <pc:picChg chg="add mod">
          <ac:chgData name="Livian Matias - TECWISE" userId="fd50b48e-d674-4bdf-bcd6-2bf35cac6058" providerId="ADAL" clId="{E3903C5B-D1BC-4047-9729-95F5A9951CA2}" dt="2025-05-13T17:42:40.427" v="83"/>
          <ac:picMkLst>
            <pc:docMk/>
            <pc:sldMk cId="3004903757" sldId="2267"/>
            <ac:picMk id="23" creationId="{31BB038C-5018-17B5-D6D3-76F0C0BC60FF}"/>
          </ac:picMkLst>
        </pc:picChg>
        <pc:picChg chg="add mod">
          <ac:chgData name="Livian Matias - TECWISE" userId="fd50b48e-d674-4bdf-bcd6-2bf35cac6058" providerId="ADAL" clId="{E3903C5B-D1BC-4047-9729-95F5A9951CA2}" dt="2025-05-13T17:42:40.427" v="83"/>
          <ac:picMkLst>
            <pc:docMk/>
            <pc:sldMk cId="3004903757" sldId="2267"/>
            <ac:picMk id="27" creationId="{FC7B3FD3-1524-A087-6653-F908BADF1958}"/>
          </ac:picMkLst>
        </pc:picChg>
        <pc:picChg chg="add mod">
          <ac:chgData name="Livian Matias - TECWISE" userId="fd50b48e-d674-4bdf-bcd6-2bf35cac6058" providerId="ADAL" clId="{E3903C5B-D1BC-4047-9729-95F5A9951CA2}" dt="2025-05-13T17:42:40.427" v="83"/>
          <ac:picMkLst>
            <pc:docMk/>
            <pc:sldMk cId="3004903757" sldId="2267"/>
            <ac:picMk id="28" creationId="{00C40D50-C19F-B3D8-FA61-90D283878ACB}"/>
          </ac:picMkLst>
        </pc:picChg>
        <pc:picChg chg="add del mod">
          <ac:chgData name="Livian Matias - TECWISE" userId="fd50b48e-d674-4bdf-bcd6-2bf35cac6058" providerId="ADAL" clId="{E3903C5B-D1BC-4047-9729-95F5A9951CA2}" dt="2025-05-13T17:42:52.397" v="85" actId="478"/>
          <ac:picMkLst>
            <pc:docMk/>
            <pc:sldMk cId="3004903757" sldId="2267"/>
            <ac:picMk id="38" creationId="{77D7F871-E195-1012-0065-B8D6D5765C00}"/>
          </ac:picMkLst>
        </pc:picChg>
        <pc:picChg chg="add del mod">
          <ac:chgData name="Livian Matias - TECWISE" userId="fd50b48e-d674-4bdf-bcd6-2bf35cac6058" providerId="ADAL" clId="{E3903C5B-D1BC-4047-9729-95F5A9951CA2}" dt="2025-05-13T17:42:52.397" v="85" actId="478"/>
          <ac:picMkLst>
            <pc:docMk/>
            <pc:sldMk cId="3004903757" sldId="2267"/>
            <ac:picMk id="39" creationId="{232739EB-1E60-A0D9-0E5C-B625C5089C85}"/>
          </ac:picMkLst>
        </pc:picChg>
        <pc:picChg chg="add del mod">
          <ac:chgData name="Livian Matias - TECWISE" userId="fd50b48e-d674-4bdf-bcd6-2bf35cac6058" providerId="ADAL" clId="{E3903C5B-D1BC-4047-9729-95F5A9951CA2}" dt="2025-05-13T17:42:52.397" v="85" actId="478"/>
          <ac:picMkLst>
            <pc:docMk/>
            <pc:sldMk cId="3004903757" sldId="2267"/>
            <ac:picMk id="47" creationId="{EE44AE06-58DE-039D-CE37-C34D6494AD88}"/>
          </ac:picMkLst>
        </pc:picChg>
        <pc:picChg chg="del">
          <ac:chgData name="Livian Matias - TECWISE" userId="fd50b48e-d674-4bdf-bcd6-2bf35cac6058" providerId="ADAL" clId="{E3903C5B-D1BC-4047-9729-95F5A9951CA2}" dt="2025-05-13T17:39:49.560" v="57" actId="478"/>
          <ac:picMkLst>
            <pc:docMk/>
            <pc:sldMk cId="3004903757" sldId="2267"/>
            <ac:picMk id="1028" creationId="{6EBE596D-03B3-0764-1502-935C7D5E0E2F}"/>
          </ac:picMkLst>
        </pc:picChg>
        <pc:picChg chg="del">
          <ac:chgData name="Livian Matias - TECWISE" userId="fd50b48e-d674-4bdf-bcd6-2bf35cac6058" providerId="ADAL" clId="{E3903C5B-D1BC-4047-9729-95F5A9951CA2}" dt="2025-05-13T17:39:48.091" v="56" actId="478"/>
          <ac:picMkLst>
            <pc:docMk/>
            <pc:sldMk cId="3004903757" sldId="2267"/>
            <ac:picMk id="1029" creationId="{94742A90-0F7E-FE07-14AF-7992C5D231D4}"/>
          </ac:picMkLst>
        </pc:picChg>
      </pc:sldChg>
      <pc:sldChg chg="addSp delSp modSp mod modClrScheme chgLayout">
        <pc:chgData name="Livian Matias - TECWISE" userId="fd50b48e-d674-4bdf-bcd6-2bf35cac6058" providerId="ADAL" clId="{E3903C5B-D1BC-4047-9729-95F5A9951CA2}" dt="2025-05-13T17:52:12.259" v="166" actId="14100"/>
        <pc:sldMkLst>
          <pc:docMk/>
          <pc:sldMk cId="2318960982" sldId="2268"/>
        </pc:sldMkLst>
        <pc:spChg chg="add mod">
          <ac:chgData name="Livian Matias - TECWISE" userId="fd50b48e-d674-4bdf-bcd6-2bf35cac6058" providerId="ADAL" clId="{E3903C5B-D1BC-4047-9729-95F5A9951CA2}" dt="2025-05-13T17:44:02.513" v="99" actId="20577"/>
          <ac:spMkLst>
            <pc:docMk/>
            <pc:sldMk cId="2318960982" sldId="2268"/>
            <ac:spMk id="4" creationId="{A9568A6A-C440-3B4B-B757-95694475C676}"/>
          </ac:spMkLst>
        </pc:spChg>
        <pc:spChg chg="add del mod">
          <ac:chgData name="Livian Matias - TECWISE" userId="fd50b48e-d674-4bdf-bcd6-2bf35cac6058" providerId="ADAL" clId="{E3903C5B-D1BC-4047-9729-95F5A9951CA2}" dt="2025-05-13T17:45:31.232" v="118"/>
          <ac:spMkLst>
            <pc:docMk/>
            <pc:sldMk cId="2318960982" sldId="2268"/>
            <ac:spMk id="6" creationId="{7A3E5D51-C752-456D-CFA0-089C24131EA6}"/>
          </ac:spMkLst>
        </pc:spChg>
        <pc:spChg chg="del mod">
          <ac:chgData name="Livian Matias - TECWISE" userId="fd50b48e-d674-4bdf-bcd6-2bf35cac6058" providerId="ADAL" clId="{E3903C5B-D1BC-4047-9729-95F5A9951CA2}" dt="2025-05-13T17:43:12.852" v="89" actId="478"/>
          <ac:spMkLst>
            <pc:docMk/>
            <pc:sldMk cId="2318960982" sldId="2268"/>
            <ac:spMk id="7" creationId="{B75AE827-55B2-BB48-E0D8-AB239BF34329}"/>
          </ac:spMkLst>
        </pc:spChg>
        <pc:spChg chg="del">
          <ac:chgData name="Livian Matias - TECWISE" userId="fd50b48e-d674-4bdf-bcd6-2bf35cac6058" providerId="ADAL" clId="{E3903C5B-D1BC-4047-9729-95F5A9951CA2}" dt="2025-05-13T17:43:16.595" v="93" actId="478"/>
          <ac:spMkLst>
            <pc:docMk/>
            <pc:sldMk cId="2318960982" sldId="2268"/>
            <ac:spMk id="8" creationId="{1060F233-9154-9F5F-DC34-704FB4A7D78E}"/>
          </ac:spMkLst>
        </pc:spChg>
        <pc:spChg chg="add del mod">
          <ac:chgData name="Livian Matias - TECWISE" userId="fd50b48e-d674-4bdf-bcd6-2bf35cac6058" providerId="ADAL" clId="{E3903C5B-D1BC-4047-9729-95F5A9951CA2}" dt="2025-05-13T17:46:23.808" v="122"/>
          <ac:spMkLst>
            <pc:docMk/>
            <pc:sldMk cId="2318960982" sldId="2268"/>
            <ac:spMk id="9" creationId="{59C8E5C8-06BE-F46C-01EB-236F87A5191A}"/>
          </ac:spMkLst>
        </pc:spChg>
        <pc:spChg chg="del">
          <ac:chgData name="Livian Matias - TECWISE" userId="fd50b48e-d674-4bdf-bcd6-2bf35cac6058" providerId="ADAL" clId="{E3903C5B-D1BC-4047-9729-95F5A9951CA2}" dt="2025-05-13T17:43:14.616" v="91" actId="478"/>
          <ac:spMkLst>
            <pc:docMk/>
            <pc:sldMk cId="2318960982" sldId="2268"/>
            <ac:spMk id="10" creationId="{F04C24E5-1365-09EA-98C0-E3513FD0EBD8}"/>
          </ac:spMkLst>
        </pc:spChg>
        <pc:spChg chg="add del mod">
          <ac:chgData name="Livian Matias - TECWISE" userId="fd50b48e-d674-4bdf-bcd6-2bf35cac6058" providerId="ADAL" clId="{E3903C5B-D1BC-4047-9729-95F5A9951CA2}" dt="2025-05-13T17:46:51.537" v="138"/>
          <ac:spMkLst>
            <pc:docMk/>
            <pc:sldMk cId="2318960982" sldId="2268"/>
            <ac:spMk id="11" creationId="{4D46E331-70B9-0EBF-E562-BF41F185D516}"/>
          </ac:spMkLst>
        </pc:spChg>
        <pc:spChg chg="del">
          <ac:chgData name="Livian Matias - TECWISE" userId="fd50b48e-d674-4bdf-bcd6-2bf35cac6058" providerId="ADAL" clId="{E3903C5B-D1BC-4047-9729-95F5A9951CA2}" dt="2025-05-13T17:43:21.380" v="96" actId="478"/>
          <ac:spMkLst>
            <pc:docMk/>
            <pc:sldMk cId="2318960982" sldId="2268"/>
            <ac:spMk id="13" creationId="{5216103C-25E3-E049-67F1-77A193E87CED}"/>
          </ac:spMkLst>
        </pc:spChg>
        <pc:spChg chg="add del mod">
          <ac:chgData name="Livian Matias - TECWISE" userId="fd50b48e-d674-4bdf-bcd6-2bf35cac6058" providerId="ADAL" clId="{E3903C5B-D1BC-4047-9729-95F5A9951CA2}" dt="2025-05-13T17:47:29.179" v="141"/>
          <ac:spMkLst>
            <pc:docMk/>
            <pc:sldMk cId="2318960982" sldId="2268"/>
            <ac:spMk id="14" creationId="{9A9A19E5-23F4-B493-807A-B5281B602686}"/>
          </ac:spMkLst>
        </pc:spChg>
        <pc:spChg chg="del">
          <ac:chgData name="Livian Matias - TECWISE" userId="fd50b48e-d674-4bdf-bcd6-2bf35cac6058" providerId="ADAL" clId="{E3903C5B-D1BC-4047-9729-95F5A9951CA2}" dt="2025-05-13T17:43:15.435" v="92" actId="478"/>
          <ac:spMkLst>
            <pc:docMk/>
            <pc:sldMk cId="2318960982" sldId="2268"/>
            <ac:spMk id="16" creationId="{14C36DFD-62E1-CA11-7989-02D23BE05BE5}"/>
          </ac:spMkLst>
        </pc:spChg>
        <pc:spChg chg="del">
          <ac:chgData name="Livian Matias - TECWISE" userId="fd50b48e-d674-4bdf-bcd6-2bf35cac6058" providerId="ADAL" clId="{E3903C5B-D1BC-4047-9729-95F5A9951CA2}" dt="2025-05-13T17:43:19.301" v="95" actId="478"/>
          <ac:spMkLst>
            <pc:docMk/>
            <pc:sldMk cId="2318960982" sldId="2268"/>
            <ac:spMk id="17" creationId="{8F325C13-B520-D818-B0D4-800D98655F04}"/>
          </ac:spMkLst>
        </pc:spChg>
        <pc:spChg chg="add del mod ord">
          <ac:chgData name="Livian Matias - TECWISE" userId="fd50b48e-d674-4bdf-bcd6-2bf35cac6058" providerId="ADAL" clId="{E3903C5B-D1BC-4047-9729-95F5A9951CA2}" dt="2025-05-13T17:50:46.796" v="153" actId="700"/>
          <ac:spMkLst>
            <pc:docMk/>
            <pc:sldMk cId="2318960982" sldId="2268"/>
            <ac:spMk id="20" creationId="{5EF479AE-C789-B707-8AF9-644B7335B31C}"/>
          </ac:spMkLst>
        </pc:spChg>
        <pc:spChg chg="add del mod ord">
          <ac:chgData name="Livian Matias - TECWISE" userId="fd50b48e-d674-4bdf-bcd6-2bf35cac6058" providerId="ADAL" clId="{E3903C5B-D1BC-4047-9729-95F5A9951CA2}" dt="2025-05-13T17:50:46.796" v="153" actId="700"/>
          <ac:spMkLst>
            <pc:docMk/>
            <pc:sldMk cId="2318960982" sldId="2268"/>
            <ac:spMk id="21" creationId="{85FAFE0D-A56D-381E-57B5-BA02F104533F}"/>
          </ac:spMkLst>
        </pc:spChg>
        <pc:spChg chg="add del mod ord">
          <ac:chgData name="Livian Matias - TECWISE" userId="fd50b48e-d674-4bdf-bcd6-2bf35cac6058" providerId="ADAL" clId="{E3903C5B-D1BC-4047-9729-95F5A9951CA2}" dt="2025-05-13T17:50:46.796" v="153" actId="700"/>
          <ac:spMkLst>
            <pc:docMk/>
            <pc:sldMk cId="2318960982" sldId="2268"/>
            <ac:spMk id="22" creationId="{2C3DF683-F879-D46B-D2E8-231BF4FBF093}"/>
          </ac:spMkLst>
        </pc:spChg>
        <pc:spChg chg="add del mod ord">
          <ac:chgData name="Livian Matias - TECWISE" userId="fd50b48e-d674-4bdf-bcd6-2bf35cac6058" providerId="ADAL" clId="{E3903C5B-D1BC-4047-9729-95F5A9951CA2}" dt="2025-05-13T17:51:38.003" v="161" actId="700"/>
          <ac:spMkLst>
            <pc:docMk/>
            <pc:sldMk cId="2318960982" sldId="2268"/>
            <ac:spMk id="23" creationId="{E16A09A7-1BB3-0BE1-3928-1E4D5D61E847}"/>
          </ac:spMkLst>
        </pc:spChg>
        <pc:spChg chg="add del mod ord">
          <ac:chgData name="Livian Matias - TECWISE" userId="fd50b48e-d674-4bdf-bcd6-2bf35cac6058" providerId="ADAL" clId="{E3903C5B-D1BC-4047-9729-95F5A9951CA2}" dt="2025-05-13T17:51:38.003" v="161" actId="700"/>
          <ac:spMkLst>
            <pc:docMk/>
            <pc:sldMk cId="2318960982" sldId="2268"/>
            <ac:spMk id="24" creationId="{E7CC8AC3-822A-30C3-80C3-58C481888826}"/>
          </ac:spMkLst>
        </pc:spChg>
        <pc:spChg chg="add del mod ord">
          <ac:chgData name="Livian Matias - TECWISE" userId="fd50b48e-d674-4bdf-bcd6-2bf35cac6058" providerId="ADAL" clId="{E3903C5B-D1BC-4047-9729-95F5A9951CA2}" dt="2025-05-13T17:51:38.003" v="161" actId="700"/>
          <ac:spMkLst>
            <pc:docMk/>
            <pc:sldMk cId="2318960982" sldId="2268"/>
            <ac:spMk id="25" creationId="{D3DFA1F0-14A6-E737-08BE-32E157950347}"/>
          </ac:spMkLst>
        </pc:spChg>
        <pc:spChg chg="add del mod ord">
          <ac:chgData name="Livian Matias - TECWISE" userId="fd50b48e-d674-4bdf-bcd6-2bf35cac6058" providerId="ADAL" clId="{E3903C5B-D1BC-4047-9729-95F5A9951CA2}" dt="2025-05-13T17:52:00.743" v="164" actId="478"/>
          <ac:spMkLst>
            <pc:docMk/>
            <pc:sldMk cId="2318960982" sldId="2268"/>
            <ac:spMk id="26" creationId="{68B9229B-2C48-F545-61AC-0B27594A476B}"/>
          </ac:spMkLst>
        </pc:spChg>
        <pc:spChg chg="add mod ord">
          <ac:chgData name="Livian Matias - TECWISE" userId="fd50b48e-d674-4bdf-bcd6-2bf35cac6058" providerId="ADAL" clId="{E3903C5B-D1BC-4047-9729-95F5A9951CA2}" dt="2025-05-13T17:52:12.259" v="166" actId="14100"/>
          <ac:spMkLst>
            <pc:docMk/>
            <pc:sldMk cId="2318960982" sldId="2268"/>
            <ac:spMk id="27" creationId="{1AC84DC8-CB24-A5BC-A290-6B3873AABC96}"/>
          </ac:spMkLst>
        </pc:spChg>
        <pc:spChg chg="add del mod ord">
          <ac:chgData name="Livian Matias - TECWISE" userId="fd50b48e-d674-4bdf-bcd6-2bf35cac6058" providerId="ADAL" clId="{E3903C5B-D1BC-4047-9729-95F5A9951CA2}" dt="2025-05-13T17:52:05.857" v="165" actId="478"/>
          <ac:spMkLst>
            <pc:docMk/>
            <pc:sldMk cId="2318960982" sldId="2268"/>
            <ac:spMk id="28" creationId="{636FEC81-B6FF-7A2C-31B8-BA0980EDFBFF}"/>
          </ac:spMkLst>
        </pc:spChg>
        <pc:graphicFrameChg chg="del">
          <ac:chgData name="Livian Matias - TECWISE" userId="fd50b48e-d674-4bdf-bcd6-2bf35cac6058" providerId="ADAL" clId="{E3903C5B-D1BC-4047-9729-95F5A9951CA2}" dt="2025-05-13T17:43:22.260" v="97" actId="478"/>
          <ac:graphicFrameMkLst>
            <pc:docMk/>
            <pc:sldMk cId="2318960982" sldId="2268"/>
            <ac:graphicFrameMk id="12" creationId="{1485C7BA-0184-EF5A-C760-FE47E12C1B68}"/>
          </ac:graphicFrameMkLst>
        </pc:graphicFrameChg>
        <pc:picChg chg="del">
          <ac:chgData name="Livian Matias - TECWISE" userId="fd50b48e-d674-4bdf-bcd6-2bf35cac6058" providerId="ADAL" clId="{E3903C5B-D1BC-4047-9729-95F5A9951CA2}" dt="2025-05-13T17:43:17.322" v="94" actId="478"/>
          <ac:picMkLst>
            <pc:docMk/>
            <pc:sldMk cId="2318960982" sldId="2268"/>
            <ac:picMk id="3" creationId="{5C921748-FBCA-6A30-8B8C-EF1CC7CDA182}"/>
          </ac:picMkLst>
        </pc:picChg>
        <pc:picChg chg="del">
          <ac:chgData name="Livian Matias - TECWISE" userId="fd50b48e-d674-4bdf-bcd6-2bf35cac6058" providerId="ADAL" clId="{E3903C5B-D1BC-4047-9729-95F5A9951CA2}" dt="2025-05-13T17:43:13.733" v="90" actId="478"/>
          <ac:picMkLst>
            <pc:docMk/>
            <pc:sldMk cId="2318960982" sldId="2268"/>
            <ac:picMk id="5" creationId="{C57DDCE2-F4F6-4331-8A15-E8B508019A88}"/>
          </ac:picMkLst>
        </pc:picChg>
        <pc:picChg chg="del">
          <ac:chgData name="Livian Matias - TECWISE" userId="fd50b48e-d674-4bdf-bcd6-2bf35cac6058" providerId="ADAL" clId="{E3903C5B-D1BC-4047-9729-95F5A9951CA2}" dt="2025-05-13T17:43:08.859" v="87" actId="478"/>
          <ac:picMkLst>
            <pc:docMk/>
            <pc:sldMk cId="2318960982" sldId="2268"/>
            <ac:picMk id="15" creationId="{D590C246-5C9B-F151-0066-A914EF9D75E8}"/>
          </ac:picMkLst>
        </pc:picChg>
        <pc:picChg chg="add del mod">
          <ac:chgData name="Livian Matias - TECWISE" userId="fd50b48e-d674-4bdf-bcd6-2bf35cac6058" providerId="ADAL" clId="{E3903C5B-D1BC-4047-9729-95F5A9951CA2}" dt="2025-05-13T17:48:03.823" v="145" actId="478"/>
          <ac:picMkLst>
            <pc:docMk/>
            <pc:sldMk cId="2318960982" sldId="2268"/>
            <ac:picMk id="19" creationId="{E0A3B04A-9018-43A7-3089-ECDFAD1177DA}"/>
          </ac:picMkLst>
        </pc:picChg>
      </pc:sldChg>
      <pc:sldChg chg="modSp add del mod">
        <pc:chgData name="Livian Matias - TECWISE" userId="fd50b48e-d674-4bdf-bcd6-2bf35cac6058" providerId="ADAL" clId="{E3903C5B-D1BC-4047-9729-95F5A9951CA2}" dt="2025-05-13T17:51:45.911" v="162" actId="2696"/>
        <pc:sldMkLst>
          <pc:docMk/>
          <pc:sldMk cId="704671595" sldId="2269"/>
        </pc:sldMkLst>
        <pc:spChg chg="mod">
          <ac:chgData name="Livian Matias - TECWISE" userId="fd50b48e-d674-4bdf-bcd6-2bf35cac6058" providerId="ADAL" clId="{E3903C5B-D1BC-4047-9729-95F5A9951CA2}" dt="2025-05-13T17:50:34.667" v="151" actId="1076"/>
          <ac:spMkLst>
            <pc:docMk/>
            <pc:sldMk cId="704671595" sldId="2269"/>
            <ac:spMk id="4" creationId="{7F41FAC9-B7FB-0394-492B-BB6B9AD06AD9}"/>
          </ac:spMkLst>
        </pc:spChg>
      </pc:sldChg>
      <pc:sldChg chg="del">
        <pc:chgData name="Livian Matias - TECWISE" userId="fd50b48e-d674-4bdf-bcd6-2bf35cac6058" providerId="ADAL" clId="{E3903C5B-D1BC-4047-9729-95F5A9951CA2}" dt="2025-05-13T17:44:32.178" v="102" actId="2696"/>
        <pc:sldMkLst>
          <pc:docMk/>
          <pc:sldMk cId="1505707177" sldId="2270"/>
        </pc:sldMkLst>
      </pc:sldChg>
      <pc:sldChg chg="del">
        <pc:chgData name="Livian Matias - TECWISE" userId="fd50b48e-d674-4bdf-bcd6-2bf35cac6058" providerId="ADAL" clId="{E3903C5B-D1BC-4047-9729-95F5A9951CA2}" dt="2025-05-13T17:44:32.178" v="102" actId="2696"/>
        <pc:sldMkLst>
          <pc:docMk/>
          <pc:sldMk cId="2453329704" sldId="2271"/>
        </pc:sldMkLst>
      </pc:sldChg>
      <pc:sldChg chg="del">
        <pc:chgData name="Livian Matias - TECWISE" userId="fd50b48e-d674-4bdf-bcd6-2bf35cac6058" providerId="ADAL" clId="{E3903C5B-D1BC-4047-9729-95F5A9951CA2}" dt="2025-05-13T17:44:32.178" v="102" actId="2696"/>
        <pc:sldMkLst>
          <pc:docMk/>
          <pc:sldMk cId="3431346325" sldId="2272"/>
        </pc:sldMkLst>
      </pc:sldChg>
      <pc:sldChg chg="del">
        <pc:chgData name="Livian Matias - TECWISE" userId="fd50b48e-d674-4bdf-bcd6-2bf35cac6058" providerId="ADAL" clId="{E3903C5B-D1BC-4047-9729-95F5A9951CA2}" dt="2025-05-13T17:44:32.178" v="102" actId="2696"/>
        <pc:sldMkLst>
          <pc:docMk/>
          <pc:sldMk cId="1863692093" sldId="2273"/>
        </pc:sldMkLst>
      </pc:sldChg>
      <pc:sldChg chg="del">
        <pc:chgData name="Livian Matias - TECWISE" userId="fd50b48e-d674-4bdf-bcd6-2bf35cac6058" providerId="ADAL" clId="{E3903C5B-D1BC-4047-9729-95F5A9951CA2}" dt="2025-05-13T17:44:18.582" v="100" actId="2696"/>
        <pc:sldMkLst>
          <pc:docMk/>
          <pc:sldMk cId="1088095596" sldId="2274"/>
        </pc:sldMkLst>
      </pc:sldChg>
      <pc:sldChg chg="del">
        <pc:chgData name="Livian Matias - TECWISE" userId="fd50b48e-d674-4bdf-bcd6-2bf35cac6058" providerId="ADAL" clId="{E3903C5B-D1BC-4047-9729-95F5A9951CA2}" dt="2025-05-13T17:44:32.178" v="102" actId="2696"/>
        <pc:sldMkLst>
          <pc:docMk/>
          <pc:sldMk cId="2799119770" sldId="2276"/>
        </pc:sldMkLst>
      </pc:sldChg>
      <pc:sldChg chg="del">
        <pc:chgData name="Livian Matias - TECWISE" userId="fd50b48e-d674-4bdf-bcd6-2bf35cac6058" providerId="ADAL" clId="{E3903C5B-D1BC-4047-9729-95F5A9951CA2}" dt="2025-05-13T17:44:32.178" v="102" actId="2696"/>
        <pc:sldMkLst>
          <pc:docMk/>
          <pc:sldMk cId="4220002767" sldId="2277"/>
        </pc:sldMkLst>
      </pc:sldChg>
      <pc:sldChg chg="del">
        <pc:chgData name="Livian Matias - TECWISE" userId="fd50b48e-d674-4bdf-bcd6-2bf35cac6058" providerId="ADAL" clId="{E3903C5B-D1BC-4047-9729-95F5A9951CA2}" dt="2025-05-13T17:44:32.178" v="102" actId="2696"/>
        <pc:sldMkLst>
          <pc:docMk/>
          <pc:sldMk cId="3102812979" sldId="2278"/>
        </pc:sldMkLst>
      </pc:sldChg>
      <pc:sldMasterChg chg="add del addSldLayout delSldLayout">
        <pc:chgData name="Livian Matias - TECWISE" userId="fd50b48e-d674-4bdf-bcd6-2bf35cac6058" providerId="ADAL" clId="{E3903C5B-D1BC-4047-9729-95F5A9951CA2}" dt="2025-05-13T17:51:45.911" v="162" actId="2696"/>
        <pc:sldMasterMkLst>
          <pc:docMk/>
          <pc:sldMasterMk cId="3039589577" sldId="2147483794"/>
        </pc:sldMasterMkLst>
        <pc:sldLayoutChg chg="add del">
          <pc:chgData name="Livian Matias - TECWISE" userId="fd50b48e-d674-4bdf-bcd6-2bf35cac6058" providerId="ADAL" clId="{E3903C5B-D1BC-4047-9729-95F5A9951CA2}" dt="2025-05-13T17:51:45.911" v="162" actId="2696"/>
          <pc:sldLayoutMkLst>
            <pc:docMk/>
            <pc:sldMasterMk cId="3039589577" sldId="2147483794"/>
            <pc:sldLayoutMk cId="903414334" sldId="214748379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9C431-11B5-43BB-87CF-DF27C694561C}" type="datetimeFigureOut">
              <a:rPr lang="pt-BR" smtClean="0"/>
              <a:t>13/06/2025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725272-E602-4C2B-B7A0-47CBDA911C1B}" type="slidenum">
              <a:rPr lang="pt-BR" smtClean="0"/>
              <a:t>‹nº›</a:t>
            </a:fld>
            <a:endParaRPr lang="pt-BR"/>
          </a:p>
        </p:txBody>
      </p:sp>
    </p:spTree>
    <p:extLst>
      <p:ext uri="{BB962C8B-B14F-4D97-AF65-F5344CB8AC3E}">
        <p14:creationId xmlns:p14="http://schemas.microsoft.com/office/powerpoint/2010/main" val="1534875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4725272-E602-4C2B-B7A0-47CBDA911C1B}" type="slidenum">
              <a:rPr lang="pt-BR" smtClean="0"/>
              <a:t>3</a:t>
            </a:fld>
            <a:endParaRPr lang="pt-BR"/>
          </a:p>
        </p:txBody>
      </p:sp>
    </p:spTree>
    <p:extLst>
      <p:ext uri="{BB962C8B-B14F-4D97-AF65-F5344CB8AC3E}">
        <p14:creationId xmlns:p14="http://schemas.microsoft.com/office/powerpoint/2010/main" val="1049024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4725272-E602-4C2B-B7A0-47CBDA911C1B}" type="slidenum">
              <a:rPr lang="pt-BR" smtClean="0"/>
              <a:t>4</a:t>
            </a:fld>
            <a:endParaRPr lang="pt-BR"/>
          </a:p>
        </p:txBody>
      </p:sp>
    </p:spTree>
    <p:extLst>
      <p:ext uri="{BB962C8B-B14F-4D97-AF65-F5344CB8AC3E}">
        <p14:creationId xmlns:p14="http://schemas.microsoft.com/office/powerpoint/2010/main" val="2081422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APA">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68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ERNO">
    <p:spTree>
      <p:nvGrpSpPr>
        <p:cNvPr id="1" name=""/>
        <p:cNvGrpSpPr/>
        <p:nvPr/>
      </p:nvGrpSpPr>
      <p:grpSpPr>
        <a:xfrm>
          <a:off x="0" y="0"/>
          <a:ext cx="0" cy="0"/>
          <a:chOff x="0" y="0"/>
          <a:chExt cx="0" cy="0"/>
        </a:xfrm>
      </p:grpSpPr>
      <p:sp>
        <p:nvSpPr>
          <p:cNvPr id="9" name="Espaço Reservado para Texto 8">
            <a:extLst>
              <a:ext uri="{FF2B5EF4-FFF2-40B4-BE49-F238E27FC236}">
                <a16:creationId xmlns:a16="http://schemas.microsoft.com/office/drawing/2014/main" id="{FC53A6BB-1933-1D43-9B20-35B177553FA1}"/>
              </a:ext>
            </a:extLst>
          </p:cNvPr>
          <p:cNvSpPr>
            <a:spLocks noGrp="1"/>
          </p:cNvSpPr>
          <p:nvPr>
            <p:ph type="body" sz="quarter" idx="10" hasCustomPrompt="1"/>
          </p:nvPr>
        </p:nvSpPr>
        <p:spPr>
          <a:xfrm>
            <a:off x="14353564" y="409073"/>
            <a:ext cx="6361113" cy="1154112"/>
          </a:xfrm>
          <a:prstGeom prst="rect">
            <a:avLst/>
          </a:prstGeom>
        </p:spPr>
        <p:txBody>
          <a:bodyPr/>
          <a:lstStyle>
            <a:lvl1pPr marL="0" indent="0" algn="r">
              <a:buNone/>
              <a:defRPr sz="3300" b="1" i="0" baseline="0">
                <a:solidFill>
                  <a:srgbClr val="00A3E5"/>
                </a:solidFill>
                <a:latin typeface="Montserrat" pitchFamily="2" charset="77"/>
              </a:defRPr>
            </a:lvl1pPr>
          </a:lstStyle>
          <a:p>
            <a:r>
              <a:rPr lang="pt-BR" dirty="0"/>
              <a:t>Tema apresentação</a:t>
            </a:r>
          </a:p>
        </p:txBody>
      </p:sp>
      <p:sp>
        <p:nvSpPr>
          <p:cNvPr id="2" name="Título 1">
            <a:extLst>
              <a:ext uri="{FF2B5EF4-FFF2-40B4-BE49-F238E27FC236}">
                <a16:creationId xmlns:a16="http://schemas.microsoft.com/office/drawing/2014/main" id="{78ADF697-FCE4-3D4E-9269-4824E5A186F1}"/>
              </a:ext>
            </a:extLst>
          </p:cNvPr>
          <p:cNvSpPr>
            <a:spLocks noGrp="1"/>
          </p:cNvSpPr>
          <p:nvPr>
            <p:ph type="title"/>
          </p:nvPr>
        </p:nvSpPr>
        <p:spPr>
          <a:xfrm>
            <a:off x="1676291" y="2133599"/>
            <a:ext cx="21029831" cy="2085977"/>
          </a:xfrm>
          <a:prstGeom prst="rect">
            <a:avLst/>
          </a:prstGeom>
        </p:spPr>
        <p:txBody>
          <a:bodyPr>
            <a:normAutofit/>
          </a:bodyPr>
          <a:lstStyle>
            <a:lvl1pPr>
              <a:defRPr sz="5000" b="1" i="0" baseline="0">
                <a:solidFill>
                  <a:srgbClr val="00A3E5"/>
                </a:solidFill>
                <a:latin typeface="Montserrat" pitchFamily="2" charset="77"/>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95D6BD48-B31B-C44D-BD45-1DD87E29D0E0}"/>
              </a:ext>
            </a:extLst>
          </p:cNvPr>
          <p:cNvSpPr>
            <a:spLocks noGrp="1"/>
          </p:cNvSpPr>
          <p:nvPr>
            <p:ph idx="1" hasCustomPrompt="1"/>
          </p:nvPr>
        </p:nvSpPr>
        <p:spPr>
          <a:xfrm>
            <a:off x="1676291" y="4667250"/>
            <a:ext cx="21029831" cy="8081596"/>
          </a:xfrm>
          <a:prstGeom prst="rect">
            <a:avLst/>
          </a:prstGeom>
        </p:spPr>
        <p:txBody>
          <a:bodyPr>
            <a:normAutofit/>
          </a:bodyPr>
          <a:lstStyle>
            <a:lvl1pPr marL="0" indent="0">
              <a:buNone/>
              <a:defRPr sz="2500" baseline="0">
                <a:solidFill>
                  <a:srgbClr val="54565A"/>
                </a:solidFill>
                <a:latin typeface="Montserrat" pitchFamily="2" charset="77"/>
              </a:defRPr>
            </a:lvl1pPr>
          </a:lstStyle>
          <a:p>
            <a:r>
              <a:rPr lang="pt-BR" dirty="0"/>
              <a:t>Clique aqui para adicionar texto</a:t>
            </a:r>
          </a:p>
        </p:txBody>
      </p:sp>
    </p:spTree>
    <p:extLst>
      <p:ext uri="{BB962C8B-B14F-4D97-AF65-F5344CB8AC3E}">
        <p14:creationId xmlns:p14="http://schemas.microsoft.com/office/powerpoint/2010/main" val="903414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62191D6D-AE64-C372-198F-F006C412268C}"/>
              </a:ext>
            </a:extLst>
          </p:cNvPr>
          <p:cNvSpPr/>
          <p:nvPr userDrawn="1"/>
        </p:nvSpPr>
        <p:spPr>
          <a:xfrm>
            <a:off x="0" y="0"/>
            <a:ext cx="24382413" cy="13716000"/>
          </a:xfrm>
          <a:prstGeom prst="rect">
            <a:avLst/>
          </a:prstGeom>
          <a:solidFill>
            <a:srgbClr val="E6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7200"/>
          </a:p>
        </p:txBody>
      </p:sp>
      <p:sp>
        <p:nvSpPr>
          <p:cNvPr id="8" name="Retângulo: Cantos Arredondados 7">
            <a:extLst>
              <a:ext uri="{FF2B5EF4-FFF2-40B4-BE49-F238E27FC236}">
                <a16:creationId xmlns:a16="http://schemas.microsoft.com/office/drawing/2014/main" id="{0183C991-66D1-8429-FC1E-B55417665D7D}"/>
              </a:ext>
            </a:extLst>
          </p:cNvPr>
          <p:cNvSpPr/>
          <p:nvPr userDrawn="1"/>
        </p:nvSpPr>
        <p:spPr>
          <a:xfrm>
            <a:off x="188380" y="1544320"/>
            <a:ext cx="23990846" cy="11907520"/>
          </a:xfrm>
          <a:prstGeom prst="roundRect">
            <a:avLst>
              <a:gd name="adj" fmla="val 250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7200"/>
          </a:p>
        </p:txBody>
      </p:sp>
      <p:pic>
        <p:nvPicPr>
          <p:cNvPr id="9" name="Imagem 8">
            <a:extLst>
              <a:ext uri="{FF2B5EF4-FFF2-40B4-BE49-F238E27FC236}">
                <a16:creationId xmlns:a16="http://schemas.microsoft.com/office/drawing/2014/main" id="{05D1CA09-D964-7C3D-0024-F1E93B62D9DA}"/>
              </a:ext>
            </a:extLst>
          </p:cNvPr>
          <p:cNvPicPr>
            <a:picLocks noChangeAspect="1"/>
          </p:cNvPicPr>
          <p:nvPr userDrawn="1"/>
        </p:nvPicPr>
        <p:blipFill rotWithShape="1">
          <a:blip r:embed="rId2"/>
          <a:srcRect l="3256" t="35627"/>
          <a:stretch/>
        </p:blipFill>
        <p:spPr>
          <a:xfrm>
            <a:off x="11549180" y="-45001"/>
            <a:ext cx="12833233" cy="1365734"/>
          </a:xfrm>
          <a:prstGeom prst="rect">
            <a:avLst/>
          </a:prstGeom>
        </p:spPr>
      </p:pic>
      <p:sp>
        <p:nvSpPr>
          <p:cNvPr id="2" name="Title 1"/>
          <p:cNvSpPr>
            <a:spLocks noGrp="1"/>
          </p:cNvSpPr>
          <p:nvPr>
            <p:ph type="ctrTitle"/>
          </p:nvPr>
        </p:nvSpPr>
        <p:spPr>
          <a:xfrm>
            <a:off x="3047802" y="2244726"/>
            <a:ext cx="18286810" cy="4775200"/>
          </a:xfrm>
        </p:spPr>
        <p:txBody>
          <a:bodyPr anchor="b"/>
          <a:lstStyle>
            <a:lvl1pPr algn="ctr">
              <a:defRPr sz="11999"/>
            </a:lvl1pPr>
          </a:lstStyle>
          <a:p>
            <a:r>
              <a:rPr lang="en-GB"/>
              <a:t>Click to edit Master title style</a:t>
            </a:r>
            <a:endParaRPr lang="en-ES"/>
          </a:p>
        </p:txBody>
      </p:sp>
      <p:sp>
        <p:nvSpPr>
          <p:cNvPr id="3" name="Subtitle 2"/>
          <p:cNvSpPr>
            <a:spLocks noGrp="1"/>
          </p:cNvSpPr>
          <p:nvPr>
            <p:ph type="subTitle" idx="1"/>
          </p:nvPr>
        </p:nvSpPr>
        <p:spPr>
          <a:xfrm>
            <a:off x="3047802" y="7204076"/>
            <a:ext cx="18286810" cy="3311524"/>
          </a:xfrm>
        </p:spPr>
        <p:txBody>
          <a:bodyPr/>
          <a:lstStyle>
            <a:lvl1pPr marL="0" indent="0" algn="ctr">
              <a:buNone/>
              <a:defRPr sz="4800"/>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edit Master subtitle style</a:t>
            </a:r>
            <a:endParaRPr lang="en-ES"/>
          </a:p>
        </p:txBody>
      </p:sp>
      <p:sp>
        <p:nvSpPr>
          <p:cNvPr id="4" name="Date Placeholder 3">
            <a:extLst>
              <a:ext uri="{FF2B5EF4-FFF2-40B4-BE49-F238E27FC236}">
                <a16:creationId xmlns:a16="http://schemas.microsoft.com/office/drawing/2014/main" id="{D2A8CB6F-E1D3-4955-8558-826310E29BC7}"/>
              </a:ext>
            </a:extLst>
          </p:cNvPr>
          <p:cNvSpPr>
            <a:spLocks noGrp="1"/>
          </p:cNvSpPr>
          <p:nvPr>
            <p:ph type="dt" sz="half" idx="10"/>
          </p:nvPr>
        </p:nvSpPr>
        <p:spPr>
          <a:xfrm>
            <a:off x="1676291" y="12712701"/>
            <a:ext cx="5486043" cy="730250"/>
          </a:xfrm>
          <a:prstGeom prst="rect">
            <a:avLst/>
          </a:prstGeom>
        </p:spPr>
        <p:txBody>
          <a:bodyPr/>
          <a:lstStyle>
            <a:lvl1pPr eaLnBrk="1" fontAlgn="auto" hangingPunct="1">
              <a:spcBef>
                <a:spcPts val="0"/>
              </a:spcBef>
              <a:spcAft>
                <a:spcPts val="0"/>
              </a:spcAft>
              <a:defRPr>
                <a:latin typeface="+mn-lt"/>
              </a:defRPr>
            </a:lvl1pPr>
          </a:lstStyle>
          <a:p>
            <a:pPr>
              <a:defRPr/>
            </a:pPr>
            <a:fld id="{7289F1B4-9750-430E-8A90-24EFEF876BA7}" type="datetimeFigureOut">
              <a:rPr lang="LID4096"/>
              <a:pPr>
                <a:defRPr/>
              </a:pPr>
              <a:t>06/13/2025</a:t>
            </a:fld>
            <a:endParaRPr lang="en-ES"/>
          </a:p>
        </p:txBody>
      </p:sp>
      <p:sp>
        <p:nvSpPr>
          <p:cNvPr id="5" name="Footer Placeholder 4">
            <a:extLst>
              <a:ext uri="{FF2B5EF4-FFF2-40B4-BE49-F238E27FC236}">
                <a16:creationId xmlns:a16="http://schemas.microsoft.com/office/drawing/2014/main" id="{5BD2DE2F-53AA-421B-B2D3-7430662926EF}"/>
              </a:ext>
            </a:extLst>
          </p:cNvPr>
          <p:cNvSpPr>
            <a:spLocks noGrp="1"/>
          </p:cNvSpPr>
          <p:nvPr>
            <p:ph type="ftr" sz="quarter" idx="11"/>
          </p:nvPr>
        </p:nvSpPr>
        <p:spPr>
          <a:xfrm>
            <a:off x="8076675" y="12712701"/>
            <a:ext cx="8229064" cy="730250"/>
          </a:xfrm>
          <a:prstGeom prst="rect">
            <a:avLst/>
          </a:prstGeom>
        </p:spPr>
        <p:txBody>
          <a:bodyPr/>
          <a:lstStyle>
            <a:lvl1pPr eaLnBrk="1" fontAlgn="auto" hangingPunct="1">
              <a:spcBef>
                <a:spcPts val="0"/>
              </a:spcBef>
              <a:spcAft>
                <a:spcPts val="0"/>
              </a:spcAft>
              <a:defRPr>
                <a:latin typeface="+mn-lt"/>
              </a:defRPr>
            </a:lvl1pPr>
          </a:lstStyle>
          <a:p>
            <a:pPr>
              <a:defRPr/>
            </a:pPr>
            <a:endParaRPr lang="en-ES"/>
          </a:p>
        </p:txBody>
      </p:sp>
      <p:sp>
        <p:nvSpPr>
          <p:cNvPr id="6" name="Slide Number Placeholder 5">
            <a:extLst>
              <a:ext uri="{FF2B5EF4-FFF2-40B4-BE49-F238E27FC236}">
                <a16:creationId xmlns:a16="http://schemas.microsoft.com/office/drawing/2014/main" id="{9E29B969-0773-4AC3-90E2-418362322831}"/>
              </a:ext>
            </a:extLst>
          </p:cNvPr>
          <p:cNvSpPr>
            <a:spLocks noGrp="1"/>
          </p:cNvSpPr>
          <p:nvPr>
            <p:ph type="sldNum" sz="quarter" idx="12"/>
          </p:nvPr>
        </p:nvSpPr>
        <p:spPr>
          <a:xfrm>
            <a:off x="17220079" y="12712701"/>
            <a:ext cx="5486043" cy="730250"/>
          </a:xfrm>
          <a:prstGeom prst="rect">
            <a:avLst/>
          </a:prstGeom>
        </p:spPr>
        <p:txBody>
          <a:bodyPr/>
          <a:lstStyle>
            <a:lvl1pPr eaLnBrk="1" fontAlgn="auto" hangingPunct="1">
              <a:spcBef>
                <a:spcPts val="0"/>
              </a:spcBef>
              <a:spcAft>
                <a:spcPts val="0"/>
              </a:spcAft>
              <a:defRPr>
                <a:latin typeface="+mn-lt"/>
              </a:defRPr>
            </a:lvl1pPr>
          </a:lstStyle>
          <a:p>
            <a:pPr>
              <a:defRPr/>
            </a:pPr>
            <a:fld id="{CC3C5BC0-3F4B-4081-B96D-462E2303BA8C}" type="slidenum">
              <a:rPr lang="en-ES"/>
              <a:pPr>
                <a:defRPr/>
              </a:pPr>
              <a:t>‹nº›</a:t>
            </a:fld>
            <a:endParaRPr lang="en-ES"/>
          </a:p>
        </p:txBody>
      </p:sp>
      <p:cxnSp>
        <p:nvCxnSpPr>
          <p:cNvPr id="10" name="Conector reto 9">
            <a:extLst>
              <a:ext uri="{FF2B5EF4-FFF2-40B4-BE49-F238E27FC236}">
                <a16:creationId xmlns:a16="http://schemas.microsoft.com/office/drawing/2014/main" id="{020613A9-464F-1EDE-DC2F-5B8D84DA0905}"/>
              </a:ext>
            </a:extLst>
          </p:cNvPr>
          <p:cNvCxnSpPr/>
          <p:nvPr userDrawn="1"/>
        </p:nvCxnSpPr>
        <p:spPr>
          <a:xfrm>
            <a:off x="20913107" y="180930"/>
            <a:ext cx="0" cy="975972"/>
          </a:xfrm>
          <a:prstGeom prst="line">
            <a:avLst/>
          </a:prstGeom>
          <a:ln w="12700">
            <a:solidFill>
              <a:srgbClr val="00A2D7"/>
            </a:solidFill>
          </a:ln>
        </p:spPr>
        <p:style>
          <a:lnRef idx="1">
            <a:schemeClr val="accent1"/>
          </a:lnRef>
          <a:fillRef idx="0">
            <a:schemeClr val="accent1"/>
          </a:fillRef>
          <a:effectRef idx="0">
            <a:schemeClr val="accent1"/>
          </a:effectRef>
          <a:fontRef idx="minor">
            <a:schemeClr val="tx1"/>
          </a:fontRef>
        </p:style>
      </p:cxnSp>
      <p:pic>
        <p:nvPicPr>
          <p:cNvPr id="11" name="Imagem 10" descr="Texto&#10;&#10;Descrição gerada automaticamente com confiança média">
            <a:extLst>
              <a:ext uri="{FF2B5EF4-FFF2-40B4-BE49-F238E27FC236}">
                <a16:creationId xmlns:a16="http://schemas.microsoft.com/office/drawing/2014/main" id="{767B8DBC-3318-7B82-12F3-8EDF5E632A6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55620"/>
          <a:stretch/>
        </p:blipFill>
        <p:spPr>
          <a:xfrm>
            <a:off x="21407764" y="257903"/>
            <a:ext cx="2511213" cy="8568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872468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589577"/>
      </p:ext>
    </p:extLst>
  </p:cSld>
  <p:clrMap bg1="lt1" tx1="dk1" bg2="lt2" tx2="dk2" accent1="accent1" accent2="accent2" accent3="accent3" accent4="accent4" accent5="accent5" accent6="accent6" hlink="hlink" folHlink="folHlink"/>
  <p:sldLayoutIdLst>
    <p:sldLayoutId id="2147483792" r:id="rId1"/>
    <p:sldLayoutId id="2147483791" r:id="rId2"/>
    <p:sldLayoutId id="2147483793" r:id="rId3"/>
  </p:sldLayoutIdLst>
  <p:txStyles>
    <p:titleStyle>
      <a:lvl1pPr algn="l" defTabSz="1828709"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pt-BR"/>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2C4CC9D-42B9-919C-32BE-7D824F0AF41B}"/>
              </a:ext>
            </a:extLst>
          </p:cNvPr>
          <p:cNvSpPr txBox="1"/>
          <p:nvPr/>
        </p:nvSpPr>
        <p:spPr>
          <a:xfrm>
            <a:off x="4345030" y="5796171"/>
            <a:ext cx="15692353" cy="2123658"/>
          </a:xfrm>
          <a:prstGeom prst="rect">
            <a:avLst/>
          </a:prstGeom>
          <a:noFill/>
        </p:spPr>
        <p:txBody>
          <a:bodyPr wrap="square" lIns="91440" tIns="45720" rIns="91440" bIns="45720" rtlCol="0" anchor="t">
            <a:spAutoFit/>
          </a:bodyPr>
          <a:lstStyle/>
          <a:p>
            <a:pPr algn="ctr"/>
            <a:r>
              <a:rPr lang="pt-BR" sz="6600" b="1" dirty="0" err="1">
                <a:solidFill>
                  <a:srgbClr val="F5AC04"/>
                </a:solidFill>
                <a:latin typeface="Montserrat"/>
              </a:rPr>
              <a:t>Tittle</a:t>
            </a:r>
            <a:r>
              <a:rPr lang="pt-BR" sz="6600" b="1" dirty="0">
                <a:solidFill>
                  <a:srgbClr val="F5AC04"/>
                </a:solidFill>
                <a:latin typeface="Montserrat"/>
              </a:rPr>
              <a:t> 1  - </a:t>
            </a:r>
          </a:p>
          <a:p>
            <a:pPr algn="ctr"/>
            <a:r>
              <a:rPr lang="pt-BR" sz="6600" b="1" dirty="0" err="1">
                <a:solidFill>
                  <a:schemeClr val="bg1"/>
                </a:solidFill>
                <a:latin typeface="Montserrat"/>
              </a:rPr>
              <a:t>Tittle</a:t>
            </a:r>
            <a:r>
              <a:rPr lang="pt-BR" sz="6600" b="1" dirty="0">
                <a:solidFill>
                  <a:schemeClr val="bg1"/>
                </a:solidFill>
                <a:latin typeface="Montserrat"/>
              </a:rPr>
              <a:t> 2</a:t>
            </a:r>
            <a:endParaRPr lang="pt-BR" sz="6600" b="1" i="0" strike="noStrike" baseline="0" dirty="0">
              <a:solidFill>
                <a:schemeClr val="bg1"/>
              </a:solidFill>
              <a:latin typeface="Montserrat"/>
            </a:endParaRPr>
          </a:p>
        </p:txBody>
      </p:sp>
    </p:spTree>
    <p:extLst>
      <p:ext uri="{BB962C8B-B14F-4D97-AF65-F5344CB8AC3E}">
        <p14:creationId xmlns:p14="http://schemas.microsoft.com/office/powerpoint/2010/main" val="3640709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19590EC-C879-115D-ECBE-8122F8D7D63B}"/>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E85B9F69-4F5E-9E57-7DC9-0F26E5E6BD70}"/>
              </a:ext>
            </a:extLst>
          </p:cNvPr>
          <p:cNvSpPr txBox="1"/>
          <p:nvPr/>
        </p:nvSpPr>
        <p:spPr>
          <a:xfrm>
            <a:off x="1166911" y="423393"/>
            <a:ext cx="6041963" cy="830997"/>
          </a:xfrm>
          <a:prstGeom prst="rect">
            <a:avLst/>
          </a:prstGeom>
          <a:noFill/>
        </p:spPr>
        <p:txBody>
          <a:bodyPr wrap="square" lIns="359977">
            <a:spAutoFit/>
          </a:bodyPr>
          <a:lstStyle>
            <a:defPPr>
              <a:defRPr lang="en-US"/>
            </a:defPPr>
            <a:lvl1pPr>
              <a:defRPr sz="2400" b="1">
                <a:solidFill>
                  <a:srgbClr val="009DDB"/>
                </a:solidFill>
                <a:latin typeface="Arial" panose="020B0604020202020204" pitchFamily="34" charset="0"/>
                <a:cs typeface="Arial" panose="020B0604020202020204" pitchFamily="34" charset="0"/>
              </a:defRPr>
            </a:lvl1pPr>
          </a:lstStyle>
          <a:p>
            <a:r>
              <a:rPr lang="pt-BR" sz="4800" dirty="0" err="1">
                <a:solidFill>
                  <a:schemeClr val="bg1"/>
                </a:solidFill>
                <a:latin typeface="Montserrat" pitchFamily="2" charset="0"/>
              </a:rPr>
              <a:t>Our</a:t>
            </a:r>
            <a:r>
              <a:rPr lang="pt-BR" sz="4800" dirty="0">
                <a:solidFill>
                  <a:schemeClr val="bg1"/>
                </a:solidFill>
                <a:latin typeface="Montserrat" pitchFamily="2" charset="0"/>
              </a:rPr>
              <a:t> </a:t>
            </a:r>
            <a:r>
              <a:rPr lang="pt-BR" sz="4800" dirty="0" err="1">
                <a:solidFill>
                  <a:schemeClr val="bg1"/>
                </a:solidFill>
                <a:latin typeface="Montserrat" pitchFamily="2" charset="0"/>
              </a:rPr>
              <a:t>history</a:t>
            </a:r>
            <a:endParaRPr lang="pt-BR" sz="4800" dirty="0">
              <a:solidFill>
                <a:schemeClr val="bg1"/>
              </a:solidFill>
              <a:latin typeface="Montserrat" pitchFamily="2" charset="0"/>
            </a:endParaRPr>
          </a:p>
        </p:txBody>
      </p:sp>
      <p:grpSp>
        <p:nvGrpSpPr>
          <p:cNvPr id="3" name="Agrupar 2">
            <a:extLst>
              <a:ext uri="{FF2B5EF4-FFF2-40B4-BE49-F238E27FC236}">
                <a16:creationId xmlns:a16="http://schemas.microsoft.com/office/drawing/2014/main" id="{FC062000-7253-3C1F-F876-0AAAB9AD394F}"/>
              </a:ext>
            </a:extLst>
          </p:cNvPr>
          <p:cNvGrpSpPr/>
          <p:nvPr/>
        </p:nvGrpSpPr>
        <p:grpSpPr>
          <a:xfrm>
            <a:off x="14364929" y="2490867"/>
            <a:ext cx="8699412" cy="10078754"/>
            <a:chOff x="7182932" y="1245291"/>
            <a:chExt cx="4349989" cy="5039705"/>
          </a:xfrm>
        </p:grpSpPr>
        <p:pic>
          <p:nvPicPr>
            <p:cNvPr id="4" name="Imagem 3" descr="Mapa&#10;&#10;Descrição gerada automaticamente">
              <a:extLst>
                <a:ext uri="{FF2B5EF4-FFF2-40B4-BE49-F238E27FC236}">
                  <a16:creationId xmlns:a16="http://schemas.microsoft.com/office/drawing/2014/main" id="{DA51AF12-443F-E4C2-0155-F1AAF5631CC9}"/>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7182932" y="1245291"/>
              <a:ext cx="4349989" cy="5039705"/>
            </a:xfrm>
            <a:prstGeom prst="rect">
              <a:avLst/>
            </a:prstGeom>
          </p:spPr>
        </p:pic>
        <p:sp>
          <p:nvSpPr>
            <p:cNvPr id="6" name="Elipse 5">
              <a:extLst>
                <a:ext uri="{FF2B5EF4-FFF2-40B4-BE49-F238E27FC236}">
                  <a16:creationId xmlns:a16="http://schemas.microsoft.com/office/drawing/2014/main" id="{8AC92777-DC41-61CB-9839-88C3D263A4ED}"/>
                </a:ext>
              </a:extLst>
            </p:cNvPr>
            <p:cNvSpPr/>
            <p:nvPr/>
          </p:nvSpPr>
          <p:spPr>
            <a:xfrm>
              <a:off x="10662338" y="3389400"/>
              <a:ext cx="90000" cy="9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7200"/>
            </a:p>
          </p:txBody>
        </p:sp>
        <p:sp>
          <p:nvSpPr>
            <p:cNvPr id="7" name="Elipse 6">
              <a:extLst>
                <a:ext uri="{FF2B5EF4-FFF2-40B4-BE49-F238E27FC236}">
                  <a16:creationId xmlns:a16="http://schemas.microsoft.com/office/drawing/2014/main" id="{82B26017-2D42-5272-8458-3503838CCE4D}"/>
                </a:ext>
              </a:extLst>
            </p:cNvPr>
            <p:cNvSpPr/>
            <p:nvPr/>
          </p:nvSpPr>
          <p:spPr>
            <a:xfrm>
              <a:off x="11171890" y="3593906"/>
              <a:ext cx="90000" cy="9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7200"/>
            </a:p>
          </p:txBody>
        </p:sp>
        <p:sp>
          <p:nvSpPr>
            <p:cNvPr id="8" name="Elipse 7">
              <a:extLst>
                <a:ext uri="{FF2B5EF4-FFF2-40B4-BE49-F238E27FC236}">
                  <a16:creationId xmlns:a16="http://schemas.microsoft.com/office/drawing/2014/main" id="{6357347C-CDA6-A853-358D-749B6344D87A}"/>
                </a:ext>
              </a:extLst>
            </p:cNvPr>
            <p:cNvSpPr/>
            <p:nvPr/>
          </p:nvSpPr>
          <p:spPr>
            <a:xfrm>
              <a:off x="9585076" y="4821421"/>
              <a:ext cx="90000" cy="9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7200"/>
            </a:p>
          </p:txBody>
        </p:sp>
        <p:sp>
          <p:nvSpPr>
            <p:cNvPr id="9" name="Elipse 8">
              <a:extLst>
                <a:ext uri="{FF2B5EF4-FFF2-40B4-BE49-F238E27FC236}">
                  <a16:creationId xmlns:a16="http://schemas.microsoft.com/office/drawing/2014/main" id="{8A3D5BA6-3ADA-CAB3-29AF-94354BBDFE32}"/>
                </a:ext>
              </a:extLst>
            </p:cNvPr>
            <p:cNvSpPr/>
            <p:nvPr/>
          </p:nvSpPr>
          <p:spPr>
            <a:xfrm>
              <a:off x="10941305" y="4129645"/>
              <a:ext cx="90000" cy="9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7200"/>
            </a:p>
          </p:txBody>
        </p:sp>
        <p:sp>
          <p:nvSpPr>
            <p:cNvPr id="10" name="Elipse 9">
              <a:extLst>
                <a:ext uri="{FF2B5EF4-FFF2-40B4-BE49-F238E27FC236}">
                  <a16:creationId xmlns:a16="http://schemas.microsoft.com/office/drawing/2014/main" id="{468BC71E-5E36-7030-8BF5-2B7E02CF729E}"/>
                </a:ext>
              </a:extLst>
            </p:cNvPr>
            <p:cNvSpPr/>
            <p:nvPr/>
          </p:nvSpPr>
          <p:spPr>
            <a:xfrm>
              <a:off x="11047443" y="4071729"/>
              <a:ext cx="90000" cy="90000"/>
            </a:xfrm>
            <a:prstGeom prst="ellipse">
              <a:avLst/>
            </a:prstGeom>
            <a:ln>
              <a:solidFill>
                <a:srgbClr val="0000FF"/>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7200"/>
            </a:p>
          </p:txBody>
        </p:sp>
        <p:sp>
          <p:nvSpPr>
            <p:cNvPr id="11" name="Elipse 10">
              <a:extLst>
                <a:ext uri="{FF2B5EF4-FFF2-40B4-BE49-F238E27FC236}">
                  <a16:creationId xmlns:a16="http://schemas.microsoft.com/office/drawing/2014/main" id="{347DA6BC-4E43-A814-0600-555CF2FFE239}"/>
                </a:ext>
              </a:extLst>
            </p:cNvPr>
            <p:cNvSpPr/>
            <p:nvPr/>
          </p:nvSpPr>
          <p:spPr>
            <a:xfrm>
              <a:off x="11131642" y="4155934"/>
              <a:ext cx="90000" cy="9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7200"/>
            </a:p>
          </p:txBody>
        </p:sp>
      </p:grpSp>
      <p:sp>
        <p:nvSpPr>
          <p:cNvPr id="12" name="Título 1">
            <a:extLst>
              <a:ext uri="{FF2B5EF4-FFF2-40B4-BE49-F238E27FC236}">
                <a16:creationId xmlns:a16="http://schemas.microsoft.com/office/drawing/2014/main" id="{22B74054-B005-5CFB-FCAF-8995464B9A71}"/>
              </a:ext>
            </a:extLst>
          </p:cNvPr>
          <p:cNvSpPr txBox="1">
            <a:spLocks/>
          </p:cNvSpPr>
          <p:nvPr/>
        </p:nvSpPr>
        <p:spPr bwMode="auto">
          <a:xfrm>
            <a:off x="815188" y="3056085"/>
            <a:ext cx="13214716" cy="4554183"/>
          </a:xfrm>
          <a:prstGeom prst="rect">
            <a:avLst/>
          </a:prstGeom>
          <a:noFill/>
        </p:spPr>
        <p:txBody>
          <a:bodyPr wrap="square" lIns="182868" tIns="91434" rIns="182868" bIns="91434" rtlCol="0" anchor="t">
            <a:spAutoFit/>
          </a:bodyPr>
          <a:lstStyle>
            <a:defPPr>
              <a:defRPr lang="en-US"/>
            </a:defPPr>
            <a:lvl1pPr marL="285750" indent="-285750">
              <a:lnSpc>
                <a:spcPct val="150000"/>
              </a:lnSpc>
              <a:buFont typeface="Arial" panose="020B0604020202020204" pitchFamily="34" charset="0"/>
              <a:buChar char="•"/>
              <a:defRPr sz="1400">
                <a:latin typeface="Arial" panose="020B0604020202020204" pitchFamily="34" charset="0"/>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indent="0" algn="just">
              <a:buNone/>
            </a:pPr>
            <a:r>
              <a:rPr lang="en-US" sz="2400" dirty="0">
                <a:latin typeface="Montserrat" pitchFamily="2" charset="0"/>
              </a:rPr>
              <a:t>Founded in 1997, TECWISE works in close collaboration with its customer base on the design, implementation, and support of communication and technology integration solutions, always focused on performance and designed to enhance efficiency, safety, and productivity.</a:t>
            </a:r>
          </a:p>
          <a:p>
            <a:pPr marL="0" indent="0" algn="just">
              <a:buNone/>
            </a:pPr>
            <a:endParaRPr lang="en-US" sz="2400" dirty="0">
              <a:latin typeface="Montserrat" pitchFamily="2" charset="0"/>
            </a:endParaRPr>
          </a:p>
          <a:p>
            <a:pPr marL="0" indent="0" algn="just">
              <a:buNone/>
            </a:pPr>
            <a:r>
              <a:rPr lang="en-US" sz="2400" dirty="0">
                <a:latin typeface="Montserrat" pitchFamily="2" charset="0"/>
              </a:rPr>
              <a:t>Since 2013, TECWISE has been part of the Comms International group, serving as its base for LATAM and committed to achieving operational results together with our clients.</a:t>
            </a:r>
            <a:endParaRPr lang="pt-BR" sz="2400" dirty="0">
              <a:latin typeface="Montserrat" pitchFamily="2" charset="0"/>
            </a:endParaRPr>
          </a:p>
        </p:txBody>
      </p:sp>
      <p:sp>
        <p:nvSpPr>
          <p:cNvPr id="13" name="CaixaDeTexto 12">
            <a:extLst>
              <a:ext uri="{FF2B5EF4-FFF2-40B4-BE49-F238E27FC236}">
                <a16:creationId xmlns:a16="http://schemas.microsoft.com/office/drawing/2014/main" id="{A68EA0AA-45EF-B668-841D-B011352E5853}"/>
              </a:ext>
            </a:extLst>
          </p:cNvPr>
          <p:cNvSpPr txBox="1"/>
          <p:nvPr/>
        </p:nvSpPr>
        <p:spPr>
          <a:xfrm>
            <a:off x="15571180" y="7597753"/>
            <a:ext cx="3047629" cy="3353867"/>
          </a:xfrm>
          <a:prstGeom prst="rect">
            <a:avLst/>
          </a:prstGeom>
          <a:noFill/>
        </p:spPr>
        <p:txBody>
          <a:bodyPr wrap="none" rtlCol="0">
            <a:spAutoFit/>
          </a:bodyPr>
          <a:lstStyle/>
          <a:p>
            <a:pPr marL="342883" indent="-342883">
              <a:lnSpc>
                <a:spcPct val="150000"/>
              </a:lnSpc>
              <a:buFont typeface="Arial" panose="020B0604020202020204" pitchFamily="34" charset="0"/>
              <a:buChar char="•"/>
            </a:pPr>
            <a:r>
              <a:rPr lang="pt-BR" sz="2400" dirty="0">
                <a:latin typeface="Montserrat" pitchFamily="2" charset="0"/>
              </a:rPr>
              <a:t>Vale do Aço</a:t>
            </a:r>
          </a:p>
          <a:p>
            <a:pPr marL="342883" indent="-342883">
              <a:lnSpc>
                <a:spcPct val="150000"/>
              </a:lnSpc>
              <a:buFont typeface="Arial" panose="020B0604020202020204" pitchFamily="34" charset="0"/>
              <a:buChar char="•"/>
            </a:pPr>
            <a:r>
              <a:rPr lang="pt-BR" sz="2400" dirty="0">
                <a:latin typeface="Montserrat" pitchFamily="2" charset="0"/>
              </a:rPr>
              <a:t>Belo Horizonte</a:t>
            </a:r>
          </a:p>
          <a:p>
            <a:pPr marL="342883" indent="-342883">
              <a:lnSpc>
                <a:spcPct val="150000"/>
              </a:lnSpc>
              <a:buFont typeface="Arial" panose="020B0604020202020204" pitchFamily="34" charset="0"/>
              <a:buChar char="•"/>
            </a:pPr>
            <a:r>
              <a:rPr lang="pt-BR" sz="2400" dirty="0">
                <a:latin typeface="Montserrat" pitchFamily="2" charset="0"/>
              </a:rPr>
              <a:t>Parauapebas</a:t>
            </a:r>
          </a:p>
          <a:p>
            <a:pPr marL="342883" indent="-342883">
              <a:lnSpc>
                <a:spcPct val="150000"/>
              </a:lnSpc>
              <a:buFont typeface="Arial" panose="020B0604020202020204" pitchFamily="34" charset="0"/>
              <a:buChar char="•"/>
            </a:pPr>
            <a:r>
              <a:rPr lang="pt-BR" sz="2400" dirty="0">
                <a:latin typeface="Montserrat" pitchFamily="2" charset="0"/>
              </a:rPr>
              <a:t>Vitória</a:t>
            </a:r>
          </a:p>
          <a:p>
            <a:pPr marL="342883" indent="-342883">
              <a:lnSpc>
                <a:spcPct val="150000"/>
              </a:lnSpc>
              <a:buFont typeface="Arial" panose="020B0604020202020204" pitchFamily="34" charset="0"/>
              <a:buChar char="•"/>
            </a:pPr>
            <a:r>
              <a:rPr lang="pt-BR" sz="2400" dirty="0">
                <a:latin typeface="Montserrat" pitchFamily="2" charset="0"/>
              </a:rPr>
              <a:t>Petrolina</a:t>
            </a:r>
          </a:p>
          <a:p>
            <a:pPr marL="342883" indent="-342883">
              <a:lnSpc>
                <a:spcPct val="150000"/>
              </a:lnSpc>
              <a:buFont typeface="Arial" panose="020B0604020202020204" pitchFamily="34" charset="0"/>
              <a:buChar char="•"/>
            </a:pPr>
            <a:r>
              <a:rPr lang="pt-BR" sz="2400" dirty="0">
                <a:latin typeface="Montserrat" pitchFamily="2" charset="0"/>
              </a:rPr>
              <a:t>Santiago (Chile) </a:t>
            </a:r>
          </a:p>
        </p:txBody>
      </p:sp>
      <p:grpSp>
        <p:nvGrpSpPr>
          <p:cNvPr id="14" name="Agrupar 13">
            <a:extLst>
              <a:ext uri="{FF2B5EF4-FFF2-40B4-BE49-F238E27FC236}">
                <a16:creationId xmlns:a16="http://schemas.microsoft.com/office/drawing/2014/main" id="{38B984BA-0C7B-C31A-5E52-CA2D14B01609}"/>
              </a:ext>
            </a:extLst>
          </p:cNvPr>
          <p:cNvGrpSpPr/>
          <p:nvPr/>
        </p:nvGrpSpPr>
        <p:grpSpPr>
          <a:xfrm>
            <a:off x="2448892" y="7984285"/>
            <a:ext cx="3092544" cy="3381972"/>
            <a:chOff x="5363819" y="1858947"/>
            <a:chExt cx="1131161" cy="1265381"/>
          </a:xfrm>
          <a:solidFill>
            <a:srgbClr val="006EB6"/>
          </a:solidFill>
        </p:grpSpPr>
        <p:sp>
          <p:nvSpPr>
            <p:cNvPr id="15" name="Hexágono 14">
              <a:extLst>
                <a:ext uri="{FF2B5EF4-FFF2-40B4-BE49-F238E27FC236}">
                  <a16:creationId xmlns:a16="http://schemas.microsoft.com/office/drawing/2014/main" id="{AA8B5392-2DCF-D372-22F2-4A7EC5577339}"/>
                </a:ext>
              </a:extLst>
            </p:cNvPr>
            <p:cNvSpPr/>
            <p:nvPr/>
          </p:nvSpPr>
          <p:spPr>
            <a:xfrm rot="16200000">
              <a:off x="5281770" y="1940996"/>
              <a:ext cx="1265381" cy="1101283"/>
            </a:xfrm>
            <a:prstGeom prst="hexagon">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pt-BR" sz="2400" dirty="0" err="1">
                  <a:latin typeface="Montserrat" pitchFamily="2" charset="0"/>
                </a:rPr>
                <a:t>Geoenvironmental</a:t>
              </a:r>
              <a:endParaRPr lang="pt-BR" sz="1800" dirty="0">
                <a:solidFill>
                  <a:schemeClr val="bg1"/>
                </a:solidFill>
                <a:effectLst>
                  <a:outerShdw blurRad="38100" dist="38100" dir="2700000" algn="tl">
                    <a:srgbClr val="000000">
                      <a:alpha val="43137"/>
                    </a:srgbClr>
                  </a:outerShdw>
                </a:effectLst>
                <a:latin typeface="Montserrat" pitchFamily="2" charset="0"/>
              </a:endParaRPr>
            </a:p>
          </p:txBody>
        </p:sp>
        <p:sp>
          <p:nvSpPr>
            <p:cNvPr id="16" name="Elipse 15">
              <a:extLst>
                <a:ext uri="{FF2B5EF4-FFF2-40B4-BE49-F238E27FC236}">
                  <a16:creationId xmlns:a16="http://schemas.microsoft.com/office/drawing/2014/main" id="{D8A731DD-9FCF-855F-84E1-81A7C47AE47B}"/>
                </a:ext>
              </a:extLst>
            </p:cNvPr>
            <p:cNvSpPr/>
            <p:nvPr/>
          </p:nvSpPr>
          <p:spPr>
            <a:xfrm>
              <a:off x="6414860" y="2788357"/>
              <a:ext cx="80120" cy="8012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effectLst>
                  <a:outerShdw blurRad="38100" dist="38100" dir="2700000" algn="tl">
                    <a:srgbClr val="000000">
                      <a:alpha val="43137"/>
                    </a:srgbClr>
                  </a:outerShdw>
                </a:effectLst>
                <a:latin typeface="Montserrat" pitchFamily="2" charset="0"/>
              </a:endParaRPr>
            </a:p>
          </p:txBody>
        </p:sp>
      </p:grpSp>
      <p:grpSp>
        <p:nvGrpSpPr>
          <p:cNvPr id="17" name="Agrupar 16">
            <a:extLst>
              <a:ext uri="{FF2B5EF4-FFF2-40B4-BE49-F238E27FC236}">
                <a16:creationId xmlns:a16="http://schemas.microsoft.com/office/drawing/2014/main" id="{AD05F686-8228-2D10-E5EA-2BAE9449958B}"/>
              </a:ext>
            </a:extLst>
          </p:cNvPr>
          <p:cNvGrpSpPr/>
          <p:nvPr/>
        </p:nvGrpSpPr>
        <p:grpSpPr>
          <a:xfrm>
            <a:off x="5709823" y="7984285"/>
            <a:ext cx="3096542" cy="3381500"/>
            <a:chOff x="5353636" y="2488271"/>
            <a:chExt cx="1141344" cy="1265381"/>
          </a:xfrm>
          <a:solidFill>
            <a:srgbClr val="006EB7"/>
          </a:solidFill>
        </p:grpSpPr>
        <p:sp>
          <p:nvSpPr>
            <p:cNvPr id="18" name="Hexágono 17">
              <a:extLst>
                <a:ext uri="{FF2B5EF4-FFF2-40B4-BE49-F238E27FC236}">
                  <a16:creationId xmlns:a16="http://schemas.microsoft.com/office/drawing/2014/main" id="{C8BC41DE-FA89-499F-04F8-695FEA51258E}"/>
                </a:ext>
              </a:extLst>
            </p:cNvPr>
            <p:cNvSpPr/>
            <p:nvPr/>
          </p:nvSpPr>
          <p:spPr>
            <a:xfrm rot="16200000">
              <a:off x="5271587" y="2570320"/>
              <a:ext cx="1265381" cy="1101283"/>
            </a:xfrm>
            <a:prstGeom prst="hexagon">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pt-BR" sz="2400" dirty="0" err="1">
                  <a:solidFill>
                    <a:schemeClr val="bg1"/>
                  </a:solidFill>
                  <a:effectLst>
                    <a:outerShdw blurRad="38100" dist="38100" dir="2700000" algn="tl">
                      <a:srgbClr val="000000">
                        <a:alpha val="43137"/>
                      </a:srgbClr>
                    </a:outerShdw>
                  </a:effectLst>
                  <a:latin typeface="Montserrat" pitchFamily="2" charset="0"/>
                </a:rPr>
                <a:t>Digitalization</a:t>
              </a:r>
              <a:r>
                <a:rPr lang="pt-BR" sz="2400" dirty="0">
                  <a:solidFill>
                    <a:schemeClr val="bg1"/>
                  </a:solidFill>
                  <a:effectLst>
                    <a:outerShdw blurRad="38100" dist="38100" dir="2700000" algn="tl">
                      <a:srgbClr val="000000">
                        <a:alpha val="43137"/>
                      </a:srgbClr>
                    </a:outerShdw>
                  </a:effectLst>
                  <a:latin typeface="Montserrat" pitchFamily="2" charset="0"/>
                </a:rPr>
                <a:t> </a:t>
              </a:r>
            </a:p>
            <a:p>
              <a:pPr algn="ctr"/>
              <a:r>
                <a:rPr lang="pt-BR" sz="2400" dirty="0" err="1">
                  <a:solidFill>
                    <a:schemeClr val="bg1"/>
                  </a:solidFill>
                  <a:effectLst>
                    <a:outerShdw blurRad="38100" dist="38100" dir="2700000" algn="tl">
                      <a:srgbClr val="000000">
                        <a:alpha val="43137"/>
                      </a:srgbClr>
                    </a:outerShdw>
                  </a:effectLst>
                  <a:latin typeface="Montserrat" pitchFamily="2" charset="0"/>
                </a:rPr>
                <a:t>and</a:t>
              </a:r>
              <a:r>
                <a:rPr lang="pt-BR" sz="2400" dirty="0">
                  <a:solidFill>
                    <a:schemeClr val="bg1"/>
                  </a:solidFill>
                  <a:effectLst>
                    <a:outerShdw blurRad="38100" dist="38100" dir="2700000" algn="tl">
                      <a:srgbClr val="000000">
                        <a:alpha val="43137"/>
                      </a:srgbClr>
                    </a:outerShdw>
                  </a:effectLst>
                  <a:latin typeface="Montserrat" pitchFamily="2" charset="0"/>
                </a:rPr>
                <a:t> </a:t>
              </a:r>
              <a:r>
                <a:rPr lang="pt-BR" sz="2400" dirty="0" err="1">
                  <a:solidFill>
                    <a:schemeClr val="bg1"/>
                  </a:solidFill>
                  <a:effectLst>
                    <a:outerShdw blurRad="38100" dist="38100" dir="2700000" algn="tl">
                      <a:srgbClr val="000000">
                        <a:alpha val="43137"/>
                      </a:srgbClr>
                    </a:outerShdw>
                  </a:effectLst>
                  <a:latin typeface="Montserrat" pitchFamily="2" charset="0"/>
                </a:rPr>
                <a:t>IIoT</a:t>
              </a:r>
              <a:endParaRPr lang="pt-BR" sz="2400" dirty="0">
                <a:solidFill>
                  <a:schemeClr val="bg1"/>
                </a:solidFill>
                <a:effectLst>
                  <a:outerShdw blurRad="38100" dist="38100" dir="2700000" algn="tl">
                    <a:srgbClr val="000000">
                      <a:alpha val="43137"/>
                    </a:srgbClr>
                  </a:outerShdw>
                </a:effectLst>
                <a:latin typeface="Montserrat" pitchFamily="2" charset="0"/>
              </a:endParaRPr>
            </a:p>
          </p:txBody>
        </p:sp>
        <p:sp>
          <p:nvSpPr>
            <p:cNvPr id="19" name="Elipse 18">
              <a:extLst>
                <a:ext uri="{FF2B5EF4-FFF2-40B4-BE49-F238E27FC236}">
                  <a16:creationId xmlns:a16="http://schemas.microsoft.com/office/drawing/2014/main" id="{B14433D8-92A5-DEC4-F920-0450474F9983}"/>
                </a:ext>
              </a:extLst>
            </p:cNvPr>
            <p:cNvSpPr/>
            <p:nvPr/>
          </p:nvSpPr>
          <p:spPr>
            <a:xfrm>
              <a:off x="6414860" y="2788357"/>
              <a:ext cx="80120" cy="8012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effectLst>
                  <a:outerShdw blurRad="38100" dist="38100" dir="2700000" algn="tl">
                    <a:srgbClr val="000000">
                      <a:alpha val="43137"/>
                    </a:srgbClr>
                  </a:outerShdw>
                </a:effectLst>
                <a:latin typeface="Montserrat" pitchFamily="2" charset="0"/>
              </a:endParaRPr>
            </a:p>
          </p:txBody>
        </p:sp>
      </p:grpSp>
      <p:grpSp>
        <p:nvGrpSpPr>
          <p:cNvPr id="20" name="Agrupar 19">
            <a:extLst>
              <a:ext uri="{FF2B5EF4-FFF2-40B4-BE49-F238E27FC236}">
                <a16:creationId xmlns:a16="http://schemas.microsoft.com/office/drawing/2014/main" id="{6CB57018-7583-A21B-A9F5-4272B7DB4F9B}"/>
              </a:ext>
            </a:extLst>
          </p:cNvPr>
          <p:cNvGrpSpPr/>
          <p:nvPr/>
        </p:nvGrpSpPr>
        <p:grpSpPr>
          <a:xfrm>
            <a:off x="8915337" y="8041906"/>
            <a:ext cx="3096542" cy="3381500"/>
            <a:chOff x="5363819" y="1858947"/>
            <a:chExt cx="1101283" cy="1286359"/>
          </a:xfrm>
          <a:solidFill>
            <a:srgbClr val="006EB6"/>
          </a:solidFill>
        </p:grpSpPr>
        <p:sp>
          <p:nvSpPr>
            <p:cNvPr id="21" name="Hexágono 20">
              <a:extLst>
                <a:ext uri="{FF2B5EF4-FFF2-40B4-BE49-F238E27FC236}">
                  <a16:creationId xmlns:a16="http://schemas.microsoft.com/office/drawing/2014/main" id="{EDF1F87A-391F-2EC2-F422-950DDB6059CA}"/>
                </a:ext>
              </a:extLst>
            </p:cNvPr>
            <p:cNvSpPr/>
            <p:nvPr/>
          </p:nvSpPr>
          <p:spPr>
            <a:xfrm rot="16200000">
              <a:off x="5281770" y="1940996"/>
              <a:ext cx="1265381" cy="1101283"/>
            </a:xfrm>
            <a:prstGeom prst="hexagon">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pt-BR" sz="2400" dirty="0">
                  <a:solidFill>
                    <a:schemeClr val="bg1"/>
                  </a:solidFill>
                  <a:effectLst>
                    <a:outerShdw blurRad="38100" dist="38100" dir="2700000" algn="tl">
                      <a:srgbClr val="000000">
                        <a:alpha val="43137"/>
                      </a:srgbClr>
                    </a:outerShdw>
                  </a:effectLst>
                  <a:latin typeface="Montserrat" pitchFamily="2" charset="0"/>
                </a:rPr>
                <a:t>Telecom</a:t>
              </a:r>
            </a:p>
          </p:txBody>
        </p:sp>
        <p:sp>
          <p:nvSpPr>
            <p:cNvPr id="22" name="Elipse 21">
              <a:extLst>
                <a:ext uri="{FF2B5EF4-FFF2-40B4-BE49-F238E27FC236}">
                  <a16:creationId xmlns:a16="http://schemas.microsoft.com/office/drawing/2014/main" id="{77A36052-D5E0-527D-7D67-D2FBA2AB7D37}"/>
                </a:ext>
              </a:extLst>
            </p:cNvPr>
            <p:cNvSpPr/>
            <p:nvPr/>
          </p:nvSpPr>
          <p:spPr>
            <a:xfrm>
              <a:off x="5876740" y="3065186"/>
              <a:ext cx="80120" cy="8012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effectLst>
                  <a:outerShdw blurRad="38100" dist="38100" dir="2700000" algn="tl">
                    <a:srgbClr val="000000">
                      <a:alpha val="43137"/>
                    </a:srgbClr>
                  </a:outerShdw>
                </a:effectLst>
                <a:latin typeface="Montserrat" pitchFamily="2" charset="0"/>
              </a:endParaRPr>
            </a:p>
          </p:txBody>
        </p:sp>
      </p:grpSp>
    </p:spTree>
    <p:extLst>
      <p:ext uri="{BB962C8B-B14F-4D97-AF65-F5344CB8AC3E}">
        <p14:creationId xmlns:p14="http://schemas.microsoft.com/office/powerpoint/2010/main" val="170539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
                                          </p:stCondLst>
                                        </p:cTn>
                                        <p:tgtEl>
                                          <p:spTgt spid="14"/>
                                        </p:tgtEl>
                                        <p:attrNameLst>
                                          <p:attrName>style.visibility</p:attrName>
                                        </p:attrNameLst>
                                      </p:cBhvr>
                                      <p:to>
                                        <p:strVal val="visible"/>
                                      </p:to>
                                    </p:set>
                                  </p:childTnLst>
                                </p:cTn>
                              </p:par>
                            </p:childTnLst>
                          </p:cTn>
                        </p:par>
                        <p:par>
                          <p:cTn id="7" fill="hold">
                            <p:stCondLst>
                              <p:cond delay="10"/>
                            </p:stCondLst>
                            <p:childTnLst>
                              <p:par>
                                <p:cTn id="8" presetID="1" presetClass="entr" presetSubtype="0" fill="hold" nodeType="afterEffect">
                                  <p:stCondLst>
                                    <p:cond delay="0"/>
                                  </p:stCondLst>
                                  <p:childTnLst>
                                    <p:set>
                                      <p:cBhvr>
                                        <p:cTn id="9" dur="1" fill="hold">
                                          <p:stCondLst>
                                            <p:cond delay="9"/>
                                          </p:stCondLst>
                                        </p:cTn>
                                        <p:tgtEl>
                                          <p:spTgt spid="17"/>
                                        </p:tgtEl>
                                        <p:attrNameLst>
                                          <p:attrName>style.visibility</p:attrName>
                                        </p:attrNameLst>
                                      </p:cBhvr>
                                      <p:to>
                                        <p:strVal val="visible"/>
                                      </p:to>
                                    </p:set>
                                  </p:childTnLst>
                                </p:cTn>
                              </p:par>
                            </p:childTnLst>
                          </p:cTn>
                        </p:par>
                        <p:par>
                          <p:cTn id="10" fill="hold">
                            <p:stCondLst>
                              <p:cond delay="20"/>
                            </p:stCondLst>
                            <p:childTnLst>
                              <p:par>
                                <p:cTn id="11" presetID="1" presetClass="entr" presetSubtype="0" fill="hold" nodeType="afterEffect">
                                  <p:stCondLst>
                                    <p:cond delay="0"/>
                                  </p:stCondLst>
                                  <p:childTnLst>
                                    <p:set>
                                      <p:cBhvr>
                                        <p:cTn id="12" dur="1" fill="hold">
                                          <p:stCondLst>
                                            <p:cond delay="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ABDEF66-EEA5-7EE9-7F90-11715F157099}"/>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39C84ADC-48A8-C41C-3FC5-F32CE8AA20C3}"/>
              </a:ext>
            </a:extLst>
          </p:cNvPr>
          <p:cNvSpPr txBox="1"/>
          <p:nvPr/>
        </p:nvSpPr>
        <p:spPr>
          <a:xfrm>
            <a:off x="1166911" y="423393"/>
            <a:ext cx="6063229" cy="830997"/>
          </a:xfrm>
          <a:prstGeom prst="rect">
            <a:avLst/>
          </a:prstGeom>
          <a:noFill/>
        </p:spPr>
        <p:txBody>
          <a:bodyPr wrap="square" lIns="359977">
            <a:spAutoFit/>
          </a:bodyPr>
          <a:lstStyle>
            <a:defPPr>
              <a:defRPr lang="en-US"/>
            </a:defPPr>
            <a:lvl1pPr>
              <a:defRPr sz="2400" b="1">
                <a:solidFill>
                  <a:srgbClr val="009DDB"/>
                </a:solidFill>
                <a:latin typeface="Arial" panose="020B0604020202020204" pitchFamily="34" charset="0"/>
                <a:cs typeface="Arial" panose="020B0604020202020204" pitchFamily="34" charset="0"/>
              </a:defRPr>
            </a:lvl1pPr>
          </a:lstStyle>
          <a:p>
            <a:r>
              <a:rPr lang="pt-BR" sz="4800" dirty="0" err="1">
                <a:solidFill>
                  <a:schemeClr val="bg1"/>
                </a:solidFill>
                <a:latin typeface="Montserrat" pitchFamily="2" charset="0"/>
              </a:rPr>
              <a:t>Our</a:t>
            </a:r>
            <a:r>
              <a:rPr lang="pt-BR" sz="4800" dirty="0">
                <a:solidFill>
                  <a:schemeClr val="bg1"/>
                </a:solidFill>
                <a:latin typeface="Montserrat" pitchFamily="2" charset="0"/>
              </a:rPr>
              <a:t> </a:t>
            </a:r>
            <a:r>
              <a:rPr lang="pt-BR" sz="4800" dirty="0" err="1">
                <a:solidFill>
                  <a:schemeClr val="bg1"/>
                </a:solidFill>
                <a:latin typeface="Montserrat" pitchFamily="2" charset="0"/>
              </a:rPr>
              <a:t>Values</a:t>
            </a:r>
            <a:endParaRPr lang="pt-BR" sz="4800" dirty="0">
              <a:solidFill>
                <a:schemeClr val="bg1"/>
              </a:solidFill>
              <a:latin typeface="Montserrat" pitchFamily="2" charset="0"/>
            </a:endParaRPr>
          </a:p>
        </p:txBody>
      </p:sp>
      <p:sp>
        <p:nvSpPr>
          <p:cNvPr id="18" name="Espaço Reservado para Conteúdo 2">
            <a:extLst>
              <a:ext uri="{FF2B5EF4-FFF2-40B4-BE49-F238E27FC236}">
                <a16:creationId xmlns:a16="http://schemas.microsoft.com/office/drawing/2014/main" id="{25B8F603-1B1C-F9FA-93B4-AC2609A058F5}"/>
              </a:ext>
            </a:extLst>
          </p:cNvPr>
          <p:cNvSpPr txBox="1">
            <a:spLocks/>
          </p:cNvSpPr>
          <p:nvPr/>
        </p:nvSpPr>
        <p:spPr>
          <a:xfrm>
            <a:off x="2385417" y="2362590"/>
            <a:ext cx="4911853" cy="3469044"/>
          </a:xfrm>
        </p:spPr>
        <p:txBody>
          <a:bodyPr/>
          <a:lstStyle>
            <a:lvl1pPr marL="0" indent="0" algn="ctr" defTabSz="1828709" rtl="0" eaLnBrk="1" latinLnBrk="0" hangingPunct="1">
              <a:lnSpc>
                <a:spcPct val="90000"/>
              </a:lnSpc>
              <a:spcBef>
                <a:spcPts val="2000"/>
              </a:spcBef>
              <a:buFont typeface="Arial" panose="020B0604020202020204" pitchFamily="34" charset="0"/>
              <a:buNone/>
              <a:defRPr sz="4800" kern="1200">
                <a:solidFill>
                  <a:schemeClr val="tx1"/>
                </a:solidFill>
                <a:latin typeface="+mn-lt"/>
                <a:ea typeface="+mn-ea"/>
                <a:cs typeface="+mn-cs"/>
              </a:defRPr>
            </a:lvl1pPr>
            <a:lvl2pPr marL="914354" indent="0" algn="ctr" defTabSz="1828709"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2pPr>
            <a:lvl3pPr marL="1828709" indent="0" algn="ctr" defTabSz="1828709"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3pPr>
            <a:lvl4pPr marL="2743063"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4pPr>
            <a:lvl5pPr marL="3657417"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5pPr>
            <a:lvl6pPr marL="4571771"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6pPr>
            <a:lvl7pPr marL="5486126"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7pPr>
            <a:lvl8pPr marL="6400480"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8pPr>
            <a:lvl9pPr marL="7314834"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9pPr>
          </a:lstStyle>
          <a:p>
            <a:pPr algn="l"/>
            <a:r>
              <a:rPr lang="pt-BR" sz="4400" b="1" dirty="0" err="1">
                <a:solidFill>
                  <a:srgbClr val="007BD1"/>
                </a:solidFill>
              </a:rPr>
              <a:t>Innovate</a:t>
            </a:r>
            <a:r>
              <a:rPr lang="pt-BR" sz="2400" dirty="0">
                <a:solidFill>
                  <a:srgbClr val="007BD1"/>
                </a:solidFill>
              </a:rPr>
              <a:t> </a:t>
            </a:r>
          </a:p>
          <a:p>
            <a:pPr algn="l"/>
            <a:r>
              <a:rPr lang="en-US" sz="2400" dirty="0">
                <a:latin typeface="Montserrat" pitchFamily="2" charset="0"/>
              </a:rPr>
              <a:t>transforming ideas into solutions, through the relentless pursuit of new technologies that generate value for everyone involved.</a:t>
            </a:r>
            <a:endParaRPr lang="pt-BR" sz="2400" dirty="0"/>
          </a:p>
        </p:txBody>
      </p:sp>
      <p:sp>
        <p:nvSpPr>
          <p:cNvPr id="19" name="Espaço Reservado para Conteúdo 2">
            <a:extLst>
              <a:ext uri="{FF2B5EF4-FFF2-40B4-BE49-F238E27FC236}">
                <a16:creationId xmlns:a16="http://schemas.microsoft.com/office/drawing/2014/main" id="{BF99970F-D606-8A07-9E93-C7C0F6B76BEF}"/>
              </a:ext>
            </a:extLst>
          </p:cNvPr>
          <p:cNvSpPr txBox="1">
            <a:spLocks/>
          </p:cNvSpPr>
          <p:nvPr/>
        </p:nvSpPr>
        <p:spPr>
          <a:xfrm>
            <a:off x="9454163" y="2362590"/>
            <a:ext cx="5601586" cy="3469044"/>
          </a:xfrm>
          <a:prstGeom prst="rect">
            <a:avLst/>
          </a:prstGeom>
        </p:spPr>
        <p:txBody>
          <a:bodyPr>
            <a:norm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err="1">
                <a:solidFill>
                  <a:srgbClr val="007BD1"/>
                </a:solidFill>
              </a:rPr>
              <a:t>Honesty</a:t>
            </a:r>
            <a:r>
              <a:rPr lang="pt-BR" sz="4400" b="1" dirty="0">
                <a:solidFill>
                  <a:srgbClr val="007BD1"/>
                </a:solidFill>
              </a:rPr>
              <a:t> </a:t>
            </a:r>
            <a:r>
              <a:rPr lang="pt-BR" sz="4400" b="1" dirty="0" err="1">
                <a:solidFill>
                  <a:srgbClr val="007BD1"/>
                </a:solidFill>
              </a:rPr>
              <a:t>and</a:t>
            </a:r>
            <a:r>
              <a:rPr lang="pt-BR" sz="4400" b="1" dirty="0">
                <a:solidFill>
                  <a:srgbClr val="007BD1"/>
                </a:solidFill>
              </a:rPr>
              <a:t> </a:t>
            </a:r>
            <a:r>
              <a:rPr lang="pt-BR" sz="4400" b="1" dirty="0" err="1">
                <a:solidFill>
                  <a:srgbClr val="007BD1"/>
                </a:solidFill>
              </a:rPr>
              <a:t>Transparency</a:t>
            </a:r>
            <a:endParaRPr lang="pt-BR" sz="4400" b="1" dirty="0">
              <a:solidFill>
                <a:srgbClr val="007BD1"/>
              </a:solidFill>
            </a:endParaRPr>
          </a:p>
          <a:p>
            <a:r>
              <a:rPr lang="en-US" sz="2400" dirty="0">
                <a:solidFill>
                  <a:schemeClr val="tx1"/>
                </a:solidFill>
              </a:rPr>
              <a:t>are fundamental principles for a fair and lasting relationship with employees, clients, and partners.</a:t>
            </a:r>
            <a:endParaRPr lang="pt-BR" sz="2400" dirty="0"/>
          </a:p>
        </p:txBody>
      </p:sp>
      <p:sp>
        <p:nvSpPr>
          <p:cNvPr id="20" name="Espaço Reservado para Conteúdo 2">
            <a:extLst>
              <a:ext uri="{FF2B5EF4-FFF2-40B4-BE49-F238E27FC236}">
                <a16:creationId xmlns:a16="http://schemas.microsoft.com/office/drawing/2014/main" id="{00F11CFE-AF2A-1899-2196-8DE92C62CB50}"/>
              </a:ext>
            </a:extLst>
          </p:cNvPr>
          <p:cNvSpPr txBox="1">
            <a:spLocks/>
          </p:cNvSpPr>
          <p:nvPr/>
        </p:nvSpPr>
        <p:spPr>
          <a:xfrm>
            <a:off x="17501008" y="2362590"/>
            <a:ext cx="5601586" cy="3469044"/>
          </a:xfrm>
          <a:prstGeom prst="rect">
            <a:avLst/>
          </a:prstGeom>
        </p:spPr>
        <p:txBody>
          <a:bodyPr>
            <a:norm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err="1">
                <a:solidFill>
                  <a:srgbClr val="007BD1"/>
                </a:solidFill>
              </a:rPr>
              <a:t>Respect</a:t>
            </a:r>
            <a:r>
              <a:rPr lang="pt-BR" sz="4400" dirty="0">
                <a:solidFill>
                  <a:srgbClr val="007BD1"/>
                </a:solidFill>
              </a:rPr>
              <a:t> </a:t>
            </a:r>
          </a:p>
          <a:p>
            <a:r>
              <a:rPr lang="en-US" sz="2400" dirty="0">
                <a:solidFill>
                  <a:schemeClr val="tx1"/>
                </a:solidFill>
              </a:rPr>
              <a:t>is putting yourself in someone else’s shoes, understanding boundaries, and fostering harmonious coexistence.</a:t>
            </a:r>
            <a:endParaRPr lang="pt-BR" sz="2400" dirty="0"/>
          </a:p>
        </p:txBody>
      </p:sp>
      <p:sp>
        <p:nvSpPr>
          <p:cNvPr id="21" name="Espaço Reservado para Conteúdo 2">
            <a:extLst>
              <a:ext uri="{FF2B5EF4-FFF2-40B4-BE49-F238E27FC236}">
                <a16:creationId xmlns:a16="http://schemas.microsoft.com/office/drawing/2014/main" id="{8E0997E4-99D5-05CB-5F60-02CA9ACBA6DE}"/>
              </a:ext>
            </a:extLst>
          </p:cNvPr>
          <p:cNvSpPr txBox="1">
            <a:spLocks/>
          </p:cNvSpPr>
          <p:nvPr/>
        </p:nvSpPr>
        <p:spPr>
          <a:xfrm>
            <a:off x="2385418" y="6260591"/>
            <a:ext cx="5179163" cy="3880935"/>
          </a:xfrm>
          <a:prstGeom prst="rect">
            <a:avLst/>
          </a:prstGeom>
        </p:spPr>
        <p:txBody>
          <a:bodyPr>
            <a:norm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err="1">
                <a:solidFill>
                  <a:srgbClr val="006EB6"/>
                </a:solidFill>
              </a:rPr>
              <a:t>Quality</a:t>
            </a:r>
            <a:r>
              <a:rPr lang="pt-BR" sz="4400" b="1" dirty="0">
                <a:solidFill>
                  <a:srgbClr val="006EB6"/>
                </a:solidFill>
              </a:rPr>
              <a:t> Standard</a:t>
            </a:r>
          </a:p>
          <a:p>
            <a:r>
              <a:rPr lang="en-US" sz="2400" dirty="0">
                <a:solidFill>
                  <a:schemeClr val="tx1"/>
                </a:solidFill>
              </a:rPr>
              <a:t>means knowing that our company works with world-class manufacturers and clients, and we don’t deliver anything below that standard.</a:t>
            </a:r>
            <a:endParaRPr lang="pt-BR" sz="2400" dirty="0"/>
          </a:p>
        </p:txBody>
      </p:sp>
      <p:sp>
        <p:nvSpPr>
          <p:cNvPr id="22" name="Espaço Reservado para Conteúdo 2">
            <a:extLst>
              <a:ext uri="{FF2B5EF4-FFF2-40B4-BE49-F238E27FC236}">
                <a16:creationId xmlns:a16="http://schemas.microsoft.com/office/drawing/2014/main" id="{C7FC3171-C535-CD16-DB47-5C57FE6CED95}"/>
              </a:ext>
            </a:extLst>
          </p:cNvPr>
          <p:cNvSpPr txBox="1">
            <a:spLocks/>
          </p:cNvSpPr>
          <p:nvPr/>
        </p:nvSpPr>
        <p:spPr>
          <a:xfrm>
            <a:off x="9454163" y="6260592"/>
            <a:ext cx="6609293" cy="3469044"/>
          </a:xfrm>
          <a:prstGeom prst="rect">
            <a:avLst/>
          </a:prstGeom>
        </p:spPr>
        <p:txBody>
          <a:bodyPr>
            <a:norm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err="1">
                <a:solidFill>
                  <a:srgbClr val="007BD1"/>
                </a:solidFill>
              </a:rPr>
              <a:t>Commitment</a:t>
            </a:r>
            <a:r>
              <a:rPr lang="pt-BR" sz="4400" b="1" dirty="0">
                <a:solidFill>
                  <a:srgbClr val="007BD1"/>
                </a:solidFill>
              </a:rPr>
              <a:t> </a:t>
            </a:r>
          </a:p>
          <a:p>
            <a:r>
              <a:rPr lang="en-US" sz="2400" dirty="0">
                <a:solidFill>
                  <a:schemeClr val="tx1"/>
                </a:solidFill>
              </a:rPr>
              <a:t>is identifying with the company's values, which is key to business success.</a:t>
            </a:r>
            <a:r>
              <a:rPr lang="pt-BR" sz="2400" dirty="0">
                <a:solidFill>
                  <a:schemeClr val="tx1"/>
                </a:solidFill>
              </a:rPr>
              <a:t>.</a:t>
            </a:r>
            <a:endParaRPr lang="pt-BR" sz="2400" dirty="0"/>
          </a:p>
        </p:txBody>
      </p:sp>
      <p:pic>
        <p:nvPicPr>
          <p:cNvPr id="23" name="Imagem 22" descr="Ícone&#10;&#10;Descrição gerada automaticamente">
            <a:extLst>
              <a:ext uri="{FF2B5EF4-FFF2-40B4-BE49-F238E27FC236}">
                <a16:creationId xmlns:a16="http://schemas.microsoft.com/office/drawing/2014/main" id="{31BB038C-5018-17B5-D6D3-76F0C0BC60FF}"/>
              </a:ext>
            </a:extLst>
          </p:cNvPr>
          <p:cNvPicPr>
            <a:picLocks noChangeAspect="1"/>
          </p:cNvPicPr>
          <p:nvPr/>
        </p:nvPicPr>
        <p:blipFill>
          <a:blip r:embed="rId4"/>
          <a:stretch>
            <a:fillRect/>
          </a:stretch>
        </p:blipFill>
        <p:spPr>
          <a:xfrm>
            <a:off x="1279819" y="2116968"/>
            <a:ext cx="989442" cy="989442"/>
          </a:xfrm>
          <a:prstGeom prst="rect">
            <a:avLst/>
          </a:prstGeom>
        </p:spPr>
      </p:pic>
      <p:pic>
        <p:nvPicPr>
          <p:cNvPr id="24" name="Imagem 23" descr="Ícone&#10;&#10;Descrição gerada automaticamente">
            <a:extLst>
              <a:ext uri="{FF2B5EF4-FFF2-40B4-BE49-F238E27FC236}">
                <a16:creationId xmlns:a16="http://schemas.microsoft.com/office/drawing/2014/main" id="{B3825A93-6D40-6106-9377-BE447357ED8D}"/>
              </a:ext>
            </a:extLst>
          </p:cNvPr>
          <p:cNvPicPr>
            <a:picLocks noChangeAspect="1"/>
          </p:cNvPicPr>
          <p:nvPr/>
        </p:nvPicPr>
        <p:blipFill>
          <a:blip r:embed="rId5"/>
          <a:stretch>
            <a:fillRect/>
          </a:stretch>
        </p:blipFill>
        <p:spPr>
          <a:xfrm>
            <a:off x="8347715" y="2225862"/>
            <a:ext cx="771655" cy="771655"/>
          </a:xfrm>
          <a:prstGeom prst="rect">
            <a:avLst/>
          </a:prstGeom>
        </p:spPr>
      </p:pic>
      <p:pic>
        <p:nvPicPr>
          <p:cNvPr id="25" name="Imagem 24" descr="Ícone&#10;&#10;Descrição gerada automaticamente">
            <a:extLst>
              <a:ext uri="{FF2B5EF4-FFF2-40B4-BE49-F238E27FC236}">
                <a16:creationId xmlns:a16="http://schemas.microsoft.com/office/drawing/2014/main" id="{2390EE8C-F4FE-2ED2-6216-769FA7A82522}"/>
              </a:ext>
            </a:extLst>
          </p:cNvPr>
          <p:cNvPicPr>
            <a:picLocks noChangeAspect="1"/>
          </p:cNvPicPr>
          <p:nvPr/>
        </p:nvPicPr>
        <p:blipFill>
          <a:blip r:embed="rId6"/>
          <a:stretch>
            <a:fillRect/>
          </a:stretch>
        </p:blipFill>
        <p:spPr>
          <a:xfrm>
            <a:off x="16406415" y="2150265"/>
            <a:ext cx="922848" cy="922848"/>
          </a:xfrm>
          <a:prstGeom prst="rect">
            <a:avLst/>
          </a:prstGeom>
        </p:spPr>
      </p:pic>
      <p:pic>
        <p:nvPicPr>
          <p:cNvPr id="26" name="Imagem 25" descr="Ícone&#10;&#10;Descrição gerada automaticamente">
            <a:extLst>
              <a:ext uri="{FF2B5EF4-FFF2-40B4-BE49-F238E27FC236}">
                <a16:creationId xmlns:a16="http://schemas.microsoft.com/office/drawing/2014/main" id="{035235A3-DA82-A51A-40DE-9A2F23DE12C0}"/>
              </a:ext>
            </a:extLst>
          </p:cNvPr>
          <p:cNvPicPr>
            <a:picLocks noChangeAspect="1"/>
          </p:cNvPicPr>
          <p:nvPr/>
        </p:nvPicPr>
        <p:blipFill>
          <a:blip r:embed="rId7"/>
          <a:stretch>
            <a:fillRect/>
          </a:stretch>
        </p:blipFill>
        <p:spPr>
          <a:xfrm>
            <a:off x="16498266" y="6195278"/>
            <a:ext cx="830997" cy="830997"/>
          </a:xfrm>
          <a:prstGeom prst="rect">
            <a:avLst/>
          </a:prstGeom>
        </p:spPr>
      </p:pic>
      <p:pic>
        <p:nvPicPr>
          <p:cNvPr id="27" name="Imagem 26" descr="Ícone&#10;&#10;Descrição gerada automaticamente">
            <a:extLst>
              <a:ext uri="{FF2B5EF4-FFF2-40B4-BE49-F238E27FC236}">
                <a16:creationId xmlns:a16="http://schemas.microsoft.com/office/drawing/2014/main" id="{FC7B3FD3-1524-A087-6653-F908BADF1958}"/>
              </a:ext>
            </a:extLst>
          </p:cNvPr>
          <p:cNvPicPr>
            <a:picLocks noChangeAspect="1"/>
          </p:cNvPicPr>
          <p:nvPr/>
        </p:nvPicPr>
        <p:blipFill>
          <a:blip r:embed="rId8"/>
          <a:stretch>
            <a:fillRect/>
          </a:stretch>
        </p:blipFill>
        <p:spPr>
          <a:xfrm>
            <a:off x="8232813" y="6081419"/>
            <a:ext cx="1058715" cy="1058715"/>
          </a:xfrm>
          <a:prstGeom prst="rect">
            <a:avLst/>
          </a:prstGeom>
        </p:spPr>
      </p:pic>
      <p:pic>
        <p:nvPicPr>
          <p:cNvPr id="28" name="Imagem 27" descr="Ícone&#10;&#10;Descrição gerada automaticamente">
            <a:extLst>
              <a:ext uri="{FF2B5EF4-FFF2-40B4-BE49-F238E27FC236}">
                <a16:creationId xmlns:a16="http://schemas.microsoft.com/office/drawing/2014/main" id="{00C40D50-C19F-B3D8-FA61-90D283878ACB}"/>
              </a:ext>
            </a:extLst>
          </p:cNvPr>
          <p:cNvPicPr>
            <a:picLocks noChangeAspect="1"/>
          </p:cNvPicPr>
          <p:nvPr/>
        </p:nvPicPr>
        <p:blipFill>
          <a:blip r:embed="rId9"/>
          <a:stretch>
            <a:fillRect/>
          </a:stretch>
        </p:blipFill>
        <p:spPr>
          <a:xfrm>
            <a:off x="1359041" y="6195278"/>
            <a:ext cx="830997" cy="830997"/>
          </a:xfrm>
          <a:prstGeom prst="rect">
            <a:avLst/>
          </a:prstGeom>
        </p:spPr>
      </p:pic>
      <p:sp>
        <p:nvSpPr>
          <p:cNvPr id="29" name="Espaço Reservado para Conteúdo 2">
            <a:extLst>
              <a:ext uri="{FF2B5EF4-FFF2-40B4-BE49-F238E27FC236}">
                <a16:creationId xmlns:a16="http://schemas.microsoft.com/office/drawing/2014/main" id="{CCAF20E3-DC87-EA80-5D22-2DFBC2817445}"/>
              </a:ext>
            </a:extLst>
          </p:cNvPr>
          <p:cNvSpPr txBox="1">
            <a:spLocks/>
          </p:cNvSpPr>
          <p:nvPr/>
        </p:nvSpPr>
        <p:spPr>
          <a:xfrm>
            <a:off x="3838214" y="10482787"/>
            <a:ext cx="8352991" cy="1619960"/>
          </a:xfrm>
          <a:prstGeom prst="rect">
            <a:avLst/>
          </a:prstGeom>
        </p:spPr>
        <p:txBody>
          <a:bodyPr>
            <a:norm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err="1">
                <a:solidFill>
                  <a:srgbClr val="006EB6"/>
                </a:solidFill>
              </a:rPr>
              <a:t>Purpose</a:t>
            </a:r>
            <a:endParaRPr lang="pt-BR" sz="4400" b="1" dirty="0">
              <a:solidFill>
                <a:srgbClr val="006EB6"/>
              </a:solidFill>
            </a:endParaRPr>
          </a:p>
          <a:p>
            <a:r>
              <a:rPr lang="en-US" sz="2400" b="1" dirty="0">
                <a:solidFill>
                  <a:schemeClr val="tx1"/>
                </a:solidFill>
              </a:rPr>
              <a:t>Technology-driven innovation focused on results</a:t>
            </a:r>
            <a:r>
              <a:rPr lang="pt-BR" sz="2400" b="1" dirty="0">
                <a:solidFill>
                  <a:schemeClr val="tx1"/>
                </a:solidFill>
              </a:rPr>
              <a:t>.</a:t>
            </a:r>
            <a:endParaRPr lang="pt-BR" sz="2400" b="1" dirty="0"/>
          </a:p>
        </p:txBody>
      </p:sp>
      <p:sp>
        <p:nvSpPr>
          <p:cNvPr id="30" name="Espaço Reservado para Conteúdo 2">
            <a:extLst>
              <a:ext uri="{FF2B5EF4-FFF2-40B4-BE49-F238E27FC236}">
                <a16:creationId xmlns:a16="http://schemas.microsoft.com/office/drawing/2014/main" id="{1021A720-ADA8-AE32-418C-BDB406F394C7}"/>
              </a:ext>
            </a:extLst>
          </p:cNvPr>
          <p:cNvSpPr txBox="1">
            <a:spLocks/>
          </p:cNvSpPr>
          <p:nvPr/>
        </p:nvSpPr>
        <p:spPr>
          <a:xfrm>
            <a:off x="13260510" y="10482787"/>
            <a:ext cx="8766033" cy="1619960"/>
          </a:xfrm>
          <a:prstGeom prst="rect">
            <a:avLst/>
          </a:prstGeom>
        </p:spPr>
        <p:txBody>
          <a:bodyPr>
            <a:no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a:solidFill>
                  <a:srgbClr val="006EB6"/>
                </a:solidFill>
              </a:rPr>
              <a:t>Vision</a:t>
            </a:r>
          </a:p>
          <a:p>
            <a:pPr>
              <a:lnSpc>
                <a:spcPct val="120000"/>
              </a:lnSpc>
            </a:pPr>
            <a:r>
              <a:rPr lang="en-US" sz="2400" b="1" i="0" dirty="0">
                <a:solidFill>
                  <a:srgbClr val="000000"/>
                </a:solidFill>
                <a:effectLst/>
                <a:latin typeface="Montserrat" pitchFamily="2" charset="0"/>
              </a:rPr>
              <a:t>To have a local presence in key Latin American countries, in the Mining and Metals segment, in a self-sustaining way.</a:t>
            </a:r>
            <a:endParaRPr lang="pt-BR" sz="2400" b="1" dirty="0">
              <a:latin typeface="Montserrat" pitchFamily="2" charset="0"/>
            </a:endParaRPr>
          </a:p>
        </p:txBody>
      </p:sp>
      <p:pic>
        <p:nvPicPr>
          <p:cNvPr id="31" name="Imagem 30" descr="Ícone&#10;&#10;Descrição gerada automaticamente">
            <a:extLst>
              <a:ext uri="{FF2B5EF4-FFF2-40B4-BE49-F238E27FC236}">
                <a16:creationId xmlns:a16="http://schemas.microsoft.com/office/drawing/2014/main" id="{4098707C-C58F-5935-D01F-D000FBF8A175}"/>
              </a:ext>
            </a:extLst>
          </p:cNvPr>
          <p:cNvPicPr>
            <a:picLocks noChangeAspect="1"/>
          </p:cNvPicPr>
          <p:nvPr/>
        </p:nvPicPr>
        <p:blipFill>
          <a:blip r:embed="rId10"/>
          <a:stretch>
            <a:fillRect/>
          </a:stretch>
        </p:blipFill>
        <p:spPr>
          <a:xfrm>
            <a:off x="2992155" y="11292766"/>
            <a:ext cx="749337" cy="749337"/>
          </a:xfrm>
          <a:prstGeom prst="rect">
            <a:avLst/>
          </a:prstGeom>
        </p:spPr>
      </p:pic>
      <p:pic>
        <p:nvPicPr>
          <p:cNvPr id="32" name="Imagem 31" descr="Logotipo, nome da empresa&#10;&#10;Descrição gerada automaticamente">
            <a:extLst>
              <a:ext uri="{FF2B5EF4-FFF2-40B4-BE49-F238E27FC236}">
                <a16:creationId xmlns:a16="http://schemas.microsoft.com/office/drawing/2014/main" id="{34CA477D-830A-3C68-5A0B-D751B17FD90F}"/>
              </a:ext>
            </a:extLst>
          </p:cNvPr>
          <p:cNvPicPr>
            <a:picLocks noChangeAspect="1"/>
          </p:cNvPicPr>
          <p:nvPr/>
        </p:nvPicPr>
        <p:blipFill>
          <a:blip r:embed="rId11"/>
          <a:stretch>
            <a:fillRect/>
          </a:stretch>
        </p:blipFill>
        <p:spPr>
          <a:xfrm>
            <a:off x="12414450" y="11292767"/>
            <a:ext cx="749337" cy="749337"/>
          </a:xfrm>
          <a:prstGeom prst="rect">
            <a:avLst/>
          </a:prstGeom>
        </p:spPr>
      </p:pic>
      <p:sp>
        <p:nvSpPr>
          <p:cNvPr id="48" name="Espaço Reservado para Conteúdo 2">
            <a:extLst>
              <a:ext uri="{FF2B5EF4-FFF2-40B4-BE49-F238E27FC236}">
                <a16:creationId xmlns:a16="http://schemas.microsoft.com/office/drawing/2014/main" id="{CB7ABA5D-9C03-CA00-087E-68DAF3A7526B}"/>
              </a:ext>
            </a:extLst>
          </p:cNvPr>
          <p:cNvSpPr txBox="1">
            <a:spLocks/>
          </p:cNvSpPr>
          <p:nvPr/>
        </p:nvSpPr>
        <p:spPr>
          <a:xfrm>
            <a:off x="17501008" y="6260592"/>
            <a:ext cx="5895577" cy="2582636"/>
          </a:xfrm>
          <a:prstGeom prst="rect">
            <a:avLst/>
          </a:prstGeom>
        </p:spPr>
        <p:txBody>
          <a:bodyPr>
            <a:normAutofit/>
          </a:bodyPr>
          <a:lstStyle>
            <a:lvl1pPr marL="0" indent="0" algn="l" defTabSz="1828709" rtl="0" eaLnBrk="1" latinLnBrk="0" hangingPunct="1">
              <a:lnSpc>
                <a:spcPct val="90000"/>
              </a:lnSpc>
              <a:spcBef>
                <a:spcPts val="2000"/>
              </a:spcBef>
              <a:buFont typeface="Arial" panose="020B0604020202020204" pitchFamily="34" charset="0"/>
              <a:buNone/>
              <a:defRPr sz="2500" kern="1200" baseline="0">
                <a:solidFill>
                  <a:srgbClr val="54565A"/>
                </a:solidFill>
                <a:latin typeface="Montserrat" pitchFamily="2" charset="77"/>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pt-BR" sz="4400" b="1" dirty="0" err="1">
                <a:solidFill>
                  <a:srgbClr val="007BD1"/>
                </a:solidFill>
              </a:rPr>
              <a:t>Value</a:t>
            </a:r>
            <a:r>
              <a:rPr lang="pt-BR" sz="4400" b="1" dirty="0">
                <a:solidFill>
                  <a:srgbClr val="007BD1"/>
                </a:solidFill>
              </a:rPr>
              <a:t> Life</a:t>
            </a:r>
            <a:r>
              <a:rPr lang="pt-BR" sz="4400" dirty="0">
                <a:solidFill>
                  <a:srgbClr val="007BD1"/>
                </a:solidFill>
              </a:rPr>
              <a:t> </a:t>
            </a:r>
          </a:p>
          <a:p>
            <a:r>
              <a:rPr lang="en-US" sz="2400" dirty="0">
                <a:solidFill>
                  <a:schemeClr val="tx1"/>
                </a:solidFill>
              </a:rPr>
              <a:t>means promoting quality of life, prioritizing health, safety, and well-being for everyone.</a:t>
            </a:r>
            <a:endParaRPr lang="pt-BR" sz="2400" dirty="0"/>
          </a:p>
        </p:txBody>
      </p:sp>
    </p:spTree>
    <p:extLst>
      <p:ext uri="{BB962C8B-B14F-4D97-AF65-F5344CB8AC3E}">
        <p14:creationId xmlns:p14="http://schemas.microsoft.com/office/powerpoint/2010/main" val="3004903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E81CA5A-7EA0-F3AE-2564-252ADEE1390F}"/>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BD5C0C67-5AB0-7DB2-8A5E-65BDE87BFCBC}"/>
              </a:ext>
            </a:extLst>
          </p:cNvPr>
          <p:cNvSpPr txBox="1"/>
          <p:nvPr/>
        </p:nvSpPr>
        <p:spPr>
          <a:xfrm>
            <a:off x="1166910" y="423393"/>
            <a:ext cx="6605489" cy="830997"/>
          </a:xfrm>
          <a:prstGeom prst="rect">
            <a:avLst/>
          </a:prstGeom>
          <a:noFill/>
        </p:spPr>
        <p:txBody>
          <a:bodyPr wrap="square" lIns="359977">
            <a:spAutoFit/>
          </a:bodyPr>
          <a:lstStyle>
            <a:defPPr>
              <a:defRPr lang="en-US"/>
            </a:defPPr>
            <a:lvl1pPr>
              <a:defRPr sz="2400" b="1">
                <a:solidFill>
                  <a:srgbClr val="009DDB"/>
                </a:solidFill>
                <a:latin typeface="Arial" panose="020B0604020202020204" pitchFamily="34" charset="0"/>
                <a:cs typeface="Arial" panose="020B0604020202020204" pitchFamily="34" charset="0"/>
              </a:defRPr>
            </a:lvl1pPr>
          </a:lstStyle>
          <a:p>
            <a:r>
              <a:rPr lang="pt-BR" sz="4800" dirty="0" err="1">
                <a:solidFill>
                  <a:schemeClr val="bg1"/>
                </a:solidFill>
                <a:latin typeface="Montserrat" pitchFamily="2" charset="0"/>
              </a:rPr>
              <a:t>Contextualization</a:t>
            </a:r>
            <a:endParaRPr lang="pt-BR" sz="4800" dirty="0">
              <a:solidFill>
                <a:schemeClr val="bg1"/>
              </a:solidFill>
              <a:latin typeface="Montserrat" pitchFamily="2" charset="0"/>
            </a:endParaRPr>
          </a:p>
        </p:txBody>
      </p:sp>
      <p:sp>
        <p:nvSpPr>
          <p:cNvPr id="4" name="Espaço Reservado para Conteúdo 3">
            <a:extLst>
              <a:ext uri="{FF2B5EF4-FFF2-40B4-BE49-F238E27FC236}">
                <a16:creationId xmlns:a16="http://schemas.microsoft.com/office/drawing/2014/main" id="{A9568A6A-C440-3B4B-B757-95694475C676}"/>
              </a:ext>
            </a:extLst>
          </p:cNvPr>
          <p:cNvSpPr txBox="1">
            <a:spLocks/>
          </p:cNvSpPr>
          <p:nvPr/>
        </p:nvSpPr>
        <p:spPr>
          <a:xfrm>
            <a:off x="1676291" y="2686050"/>
            <a:ext cx="21029831" cy="10062796"/>
          </a:xfrm>
        </p:spPr>
        <p:txBody>
          <a:bodyPr/>
          <a:lstStyle>
            <a:lvl1pPr marL="0" indent="0" algn="ctr" defTabSz="1828709" rtl="0" eaLnBrk="1" latinLnBrk="0" hangingPunct="1">
              <a:lnSpc>
                <a:spcPct val="90000"/>
              </a:lnSpc>
              <a:spcBef>
                <a:spcPts val="2000"/>
              </a:spcBef>
              <a:buFont typeface="Arial" panose="020B0604020202020204" pitchFamily="34" charset="0"/>
              <a:buNone/>
              <a:defRPr sz="4800" kern="1200">
                <a:solidFill>
                  <a:schemeClr val="tx1"/>
                </a:solidFill>
                <a:latin typeface="+mn-lt"/>
                <a:ea typeface="+mn-ea"/>
                <a:cs typeface="+mn-cs"/>
              </a:defRPr>
            </a:lvl1pPr>
            <a:lvl2pPr marL="914354" indent="0" algn="ctr" defTabSz="1828709"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2pPr>
            <a:lvl3pPr marL="1828709" indent="0" algn="ctr" defTabSz="1828709"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3pPr>
            <a:lvl4pPr marL="2743063"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4pPr>
            <a:lvl5pPr marL="3657417"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5pPr>
            <a:lvl6pPr marL="4571771"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6pPr>
            <a:lvl7pPr marL="5486126"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7pPr>
            <a:lvl8pPr marL="6400480"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8pPr>
            <a:lvl9pPr marL="7314834" indent="0" algn="ctr" defTabSz="1828709"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9pPr>
          </a:lstStyle>
          <a:p>
            <a:endParaRPr lang="pt-BR" dirty="0"/>
          </a:p>
        </p:txBody>
      </p:sp>
      <p:sp>
        <p:nvSpPr>
          <p:cNvPr id="27" name="Espaço Reservado para Conteúdo 26">
            <a:extLst>
              <a:ext uri="{FF2B5EF4-FFF2-40B4-BE49-F238E27FC236}">
                <a16:creationId xmlns:a16="http://schemas.microsoft.com/office/drawing/2014/main" id="{1AC84DC8-CB24-A5BC-A290-6B3873AABC96}"/>
              </a:ext>
            </a:extLst>
          </p:cNvPr>
          <p:cNvSpPr>
            <a:spLocks noGrp="1"/>
          </p:cNvSpPr>
          <p:nvPr>
            <p:ph idx="1"/>
          </p:nvPr>
        </p:nvSpPr>
        <p:spPr>
          <a:xfrm>
            <a:off x="1676291" y="2686050"/>
            <a:ext cx="21029831" cy="10062796"/>
          </a:xfrm>
        </p:spPr>
        <p:txBody>
          <a:bodyPr>
            <a:normAutofit/>
          </a:bodyPr>
          <a:lstStyle/>
          <a:p>
            <a:pPr algn="ctr"/>
            <a:endParaRPr lang="pt-BR" sz="3200" dirty="0"/>
          </a:p>
          <a:p>
            <a:pPr algn="ctr"/>
            <a:endParaRPr lang="pt-BR" sz="3200" dirty="0"/>
          </a:p>
          <a:p>
            <a:pPr algn="ctr"/>
            <a:endParaRPr lang="pt-BR" sz="3200" dirty="0"/>
          </a:p>
          <a:p>
            <a:pPr algn="ctr"/>
            <a:endParaRPr lang="pt-BR" sz="3200" dirty="0"/>
          </a:p>
          <a:p>
            <a:pPr algn="ctr"/>
            <a:endParaRPr lang="pt-BR" sz="3200" dirty="0"/>
          </a:p>
          <a:p>
            <a:pPr algn="ctr"/>
            <a:endParaRPr lang="pt-BR" sz="3200" dirty="0"/>
          </a:p>
          <a:p>
            <a:pPr algn="ctr"/>
            <a:endParaRPr lang="pt-BR" sz="3200" dirty="0"/>
          </a:p>
          <a:p>
            <a:pPr algn="ctr"/>
            <a:r>
              <a:rPr lang="en-US" sz="3200" dirty="0"/>
              <a:t>If more content is needed, just duplicate this slide!</a:t>
            </a:r>
            <a:endParaRPr lang="pt-BR" sz="3200" dirty="0"/>
          </a:p>
        </p:txBody>
      </p:sp>
    </p:spTree>
    <p:extLst>
      <p:ext uri="{BB962C8B-B14F-4D97-AF65-F5344CB8AC3E}">
        <p14:creationId xmlns:p14="http://schemas.microsoft.com/office/powerpoint/2010/main" val="2318960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459247"/>
      </p:ext>
    </p:extLst>
  </p:cSld>
  <p:clrMapOvr>
    <a:masterClrMapping/>
  </p:clrMapOvr>
</p:sld>
</file>

<file path=ppt/theme/theme1.xml><?xml version="1.0" encoding="utf-8"?>
<a:theme xmlns:a="http://schemas.openxmlformats.org/drawingml/2006/main" name="TEMA TECWIS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0" marR="0" indent="0" algn="r" defTabSz="1828709" rtl="0" eaLnBrk="1" fontAlgn="auto" latinLnBrk="0" hangingPunct="1">
          <a:lnSpc>
            <a:spcPct val="100000"/>
          </a:lnSpc>
          <a:spcBef>
            <a:spcPts val="0"/>
          </a:spcBef>
          <a:spcAft>
            <a:spcPts val="0"/>
          </a:spcAft>
          <a:buClrTx/>
          <a:buSzTx/>
          <a:buFontTx/>
          <a:buNone/>
          <a:tabLst/>
          <a:defRPr sz="3300" b="1" i="0" strike="noStrike" baseline="0" dirty="0" smtClean="0">
            <a:solidFill>
              <a:srgbClr val="00A3E5"/>
            </a:solidFill>
            <a:latin typeface="Montserrat" pitchFamily="2" charset="77"/>
          </a:defRPr>
        </a:defPPr>
      </a:lstStyle>
    </a:txDef>
  </a:objectDefaults>
  <a:extraClrSchemeLst/>
  <a:extLst>
    <a:ext uri="{05A4C25C-085E-4340-85A3-A5531E510DB2}">
      <thm15:themeFamily xmlns:thm15="http://schemas.microsoft.com/office/thememl/2012/main" name="TEMA TECWISE" id="{EFC776D6-9392-1F44-B85B-C6EEF62BFC79}" vid="{B956AA88-D022-3A4E-8945-014FBF617055}"/>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681895e-8fca-4941-aa1a-bbadcab06a5b" xsi:nil="true"/>
    <lcf76f155ced4ddcb4097134ff3c332f xmlns="ba5b7bbb-98ae-43da-94cf-c93384f7f45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AA22C412C607EC4590EC7AB162A55B0E" ma:contentTypeVersion="16" ma:contentTypeDescription="Crie um novo documento." ma:contentTypeScope="" ma:versionID="2af0daf3ed5764702ae2074622c6eac7">
  <xsd:schema xmlns:xsd="http://www.w3.org/2001/XMLSchema" xmlns:xs="http://www.w3.org/2001/XMLSchema" xmlns:p="http://schemas.microsoft.com/office/2006/metadata/properties" xmlns:ns2="3681895e-8fca-4941-aa1a-bbadcab06a5b" xmlns:ns3="ba5b7bbb-98ae-43da-94cf-c93384f7f450" targetNamespace="http://schemas.microsoft.com/office/2006/metadata/properties" ma:root="true" ma:fieldsID="1417c6a86d0ebd1367d923b10695f4ba" ns2:_="" ns3:_="">
    <xsd:import namespace="3681895e-8fca-4941-aa1a-bbadcab06a5b"/>
    <xsd:import namespace="ba5b7bbb-98ae-43da-94cf-c93384f7f45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GenerationTime" minOccurs="0"/>
                <xsd:element ref="ns3:MediaServiceEventHashCode" minOccurs="0"/>
                <xsd:element ref="ns3:MediaServiceOCR"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81895e-8fca-4941-aa1a-bbadcab06a5b"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d7470d2a-cde1-40da-bc26-752495a03ea0}" ma:internalName="TaxCatchAll" ma:showField="CatchAllData" ma:web="3681895e-8fca-4941-aa1a-bbadcab06a5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a5b7bbb-98ae-43da-94cf-c93384f7f45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1154401e-ca73-4a01-8d3c-1f74cafcbc5f"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766080-428D-4BB8-A656-A4597F730DFF}">
  <ds:schemaRefs>
    <ds:schemaRef ds:uri="http://www.w3.org/XML/1998/namespace"/>
    <ds:schemaRef ds:uri="http://purl.org/dc/elements/1.1/"/>
    <ds:schemaRef ds:uri="3681895e-8fca-4941-aa1a-bbadcab06a5b"/>
    <ds:schemaRef ds:uri="http://schemas.microsoft.com/office/2006/metadata/properties"/>
    <ds:schemaRef ds:uri="8963fe54-4cc3-4763-ac21-bed1713fa2cc"/>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ba5b7bbb-98ae-43da-94cf-c93384f7f450"/>
  </ds:schemaRefs>
</ds:datastoreItem>
</file>

<file path=customXml/itemProps2.xml><?xml version="1.0" encoding="utf-8"?>
<ds:datastoreItem xmlns:ds="http://schemas.openxmlformats.org/officeDocument/2006/customXml" ds:itemID="{A15788C0-2073-4E66-977E-EAB7B3F3A434}">
  <ds:schemaRefs>
    <ds:schemaRef ds:uri="http://schemas.microsoft.com/sharepoint/v3/contenttype/forms"/>
  </ds:schemaRefs>
</ds:datastoreItem>
</file>

<file path=customXml/itemProps3.xml><?xml version="1.0" encoding="utf-8"?>
<ds:datastoreItem xmlns:ds="http://schemas.openxmlformats.org/officeDocument/2006/customXml" ds:itemID="{82E92E07-4B9A-44D3-B2FA-ADF4F9137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81895e-8fca-4941-aa1a-bbadcab06a5b"/>
    <ds:schemaRef ds:uri="ba5b7bbb-98ae-43da-94cf-c93384f7f4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TEMA TECWISE</Template>
  <TotalTime>41737</TotalTime>
  <Words>258</Words>
  <Application>Microsoft Office PowerPoint</Application>
  <PresentationFormat>Personalizar</PresentationFormat>
  <Paragraphs>44</Paragraphs>
  <Slides>5</Slides>
  <Notes>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5</vt:i4>
      </vt:variant>
    </vt:vector>
  </HeadingPairs>
  <TitlesOfParts>
    <vt:vector size="9" baseType="lpstr">
      <vt:lpstr>Aptos</vt:lpstr>
      <vt:lpstr>Arial</vt:lpstr>
      <vt:lpstr>Montserrat</vt:lpstr>
      <vt:lpstr>TEMA TECWISE</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Microsoft Office User</dc:creator>
  <cp:lastModifiedBy>Eduardo Camargos - TecWise</cp:lastModifiedBy>
  <cp:revision>36</cp:revision>
  <cp:lastPrinted>2025-04-22T20:07:56Z</cp:lastPrinted>
  <dcterms:created xsi:type="dcterms:W3CDTF">2023-01-31T18:49:10Z</dcterms:created>
  <dcterms:modified xsi:type="dcterms:W3CDTF">2025-06-13T17:53:43Z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0x010100AA22C412C607EC4590EC7AB162A55B0E</vt:lpwstr>
  </property>
  <property fmtid="{D5CDD505-2E9C-101B-9397-08002B2CF9AE}" pid="3" name="MediaServiceImageTags">
    <vt:lpwstr/>
  </property>
</Properties>
</file>